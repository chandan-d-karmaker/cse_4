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416" r:id="rId3"/>
    <p:sldId id="593" r:id="rId4"/>
    <p:sldId id="496" r:id="rId5"/>
    <p:sldId id="497" r:id="rId6"/>
    <p:sldId id="588" r:id="rId7"/>
    <p:sldId id="589" r:id="rId8"/>
    <p:sldId id="590" r:id="rId9"/>
    <p:sldId id="381" r:id="rId10"/>
    <p:sldId id="382" r:id="rId11"/>
    <p:sldId id="383"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8" d="100"/>
          <a:sy n="48" d="100"/>
        </p:scale>
        <p:origin x="53" y="7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977A8-9A23-8009-A1CA-2BD2D095F5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1521D9E-14A3-7C27-D881-49C9963307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229E08-0B51-6A7C-10AE-8FF695358C09}"/>
              </a:ext>
            </a:extLst>
          </p:cNvPr>
          <p:cNvSpPr>
            <a:spLocks noGrp="1"/>
          </p:cNvSpPr>
          <p:nvPr>
            <p:ph type="dt" sz="half" idx="10"/>
          </p:nvPr>
        </p:nvSpPr>
        <p:spPr/>
        <p:txBody>
          <a:bodyPr/>
          <a:lstStyle/>
          <a:p>
            <a:fld id="{0D889703-CB81-4CE1-AF10-D6A9635ACD68}" type="datetimeFigureOut">
              <a:rPr lang="en-US" smtClean="0"/>
              <a:t>7/7/2026</a:t>
            </a:fld>
            <a:endParaRPr lang="en-US"/>
          </a:p>
        </p:txBody>
      </p:sp>
      <p:sp>
        <p:nvSpPr>
          <p:cNvPr id="5" name="Footer Placeholder 4">
            <a:extLst>
              <a:ext uri="{FF2B5EF4-FFF2-40B4-BE49-F238E27FC236}">
                <a16:creationId xmlns:a16="http://schemas.microsoft.com/office/drawing/2014/main" id="{D3319E08-327C-B55B-B231-288F13D1E0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A95F23-AAB6-05E1-1CCF-04E322FE50C5}"/>
              </a:ext>
            </a:extLst>
          </p:cNvPr>
          <p:cNvSpPr>
            <a:spLocks noGrp="1"/>
          </p:cNvSpPr>
          <p:nvPr>
            <p:ph type="sldNum" sz="quarter" idx="12"/>
          </p:nvPr>
        </p:nvSpPr>
        <p:spPr/>
        <p:txBody>
          <a:bodyPr/>
          <a:lstStyle/>
          <a:p>
            <a:fld id="{D7F1DCA8-1FAB-4684-A311-73F1479E7150}" type="slidenum">
              <a:rPr lang="en-US" smtClean="0"/>
              <a:t>‹#›</a:t>
            </a:fld>
            <a:endParaRPr lang="en-US"/>
          </a:p>
        </p:txBody>
      </p:sp>
    </p:spTree>
    <p:extLst>
      <p:ext uri="{BB962C8B-B14F-4D97-AF65-F5344CB8AC3E}">
        <p14:creationId xmlns:p14="http://schemas.microsoft.com/office/powerpoint/2010/main" val="3393296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6E776-C412-8401-43EA-95D7301FF64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B1C258-597F-9215-7538-147C58B2D7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B0184D-BF27-13A1-B256-748B48236AE5}"/>
              </a:ext>
            </a:extLst>
          </p:cNvPr>
          <p:cNvSpPr>
            <a:spLocks noGrp="1"/>
          </p:cNvSpPr>
          <p:nvPr>
            <p:ph type="dt" sz="half" idx="10"/>
          </p:nvPr>
        </p:nvSpPr>
        <p:spPr/>
        <p:txBody>
          <a:bodyPr/>
          <a:lstStyle/>
          <a:p>
            <a:fld id="{0D889703-CB81-4CE1-AF10-D6A9635ACD68}" type="datetimeFigureOut">
              <a:rPr lang="en-US" smtClean="0"/>
              <a:t>7/7/2026</a:t>
            </a:fld>
            <a:endParaRPr lang="en-US"/>
          </a:p>
        </p:txBody>
      </p:sp>
      <p:sp>
        <p:nvSpPr>
          <p:cNvPr id="5" name="Footer Placeholder 4">
            <a:extLst>
              <a:ext uri="{FF2B5EF4-FFF2-40B4-BE49-F238E27FC236}">
                <a16:creationId xmlns:a16="http://schemas.microsoft.com/office/drawing/2014/main" id="{34EAE530-5C27-AF59-EACC-8CF50D013F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E67BCC-700A-2E63-59D6-51226D446AD9}"/>
              </a:ext>
            </a:extLst>
          </p:cNvPr>
          <p:cNvSpPr>
            <a:spLocks noGrp="1"/>
          </p:cNvSpPr>
          <p:nvPr>
            <p:ph type="sldNum" sz="quarter" idx="12"/>
          </p:nvPr>
        </p:nvSpPr>
        <p:spPr/>
        <p:txBody>
          <a:bodyPr/>
          <a:lstStyle/>
          <a:p>
            <a:fld id="{D7F1DCA8-1FAB-4684-A311-73F1479E7150}" type="slidenum">
              <a:rPr lang="en-US" smtClean="0"/>
              <a:t>‹#›</a:t>
            </a:fld>
            <a:endParaRPr lang="en-US"/>
          </a:p>
        </p:txBody>
      </p:sp>
    </p:spTree>
    <p:extLst>
      <p:ext uri="{BB962C8B-B14F-4D97-AF65-F5344CB8AC3E}">
        <p14:creationId xmlns:p14="http://schemas.microsoft.com/office/powerpoint/2010/main" val="310399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F5FDF-0223-433A-B312-4AA7E1861F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0CAA58-3FF1-F2FE-C7AC-72A9693B11F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BA931C-5B1A-83C6-2EA1-62CB0EDFE289}"/>
              </a:ext>
            </a:extLst>
          </p:cNvPr>
          <p:cNvSpPr>
            <a:spLocks noGrp="1"/>
          </p:cNvSpPr>
          <p:nvPr>
            <p:ph type="dt" sz="half" idx="10"/>
          </p:nvPr>
        </p:nvSpPr>
        <p:spPr/>
        <p:txBody>
          <a:bodyPr/>
          <a:lstStyle/>
          <a:p>
            <a:fld id="{0D889703-CB81-4CE1-AF10-D6A9635ACD68}" type="datetimeFigureOut">
              <a:rPr lang="en-US" smtClean="0"/>
              <a:t>7/7/2026</a:t>
            </a:fld>
            <a:endParaRPr lang="en-US"/>
          </a:p>
        </p:txBody>
      </p:sp>
      <p:sp>
        <p:nvSpPr>
          <p:cNvPr id="5" name="Footer Placeholder 4">
            <a:extLst>
              <a:ext uri="{FF2B5EF4-FFF2-40B4-BE49-F238E27FC236}">
                <a16:creationId xmlns:a16="http://schemas.microsoft.com/office/drawing/2014/main" id="{6FA95503-ADEC-BFE8-BC48-033C845F68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3D3F8D-D4A5-E014-09AB-1D6EE63A95CE}"/>
              </a:ext>
            </a:extLst>
          </p:cNvPr>
          <p:cNvSpPr>
            <a:spLocks noGrp="1"/>
          </p:cNvSpPr>
          <p:nvPr>
            <p:ph type="sldNum" sz="quarter" idx="12"/>
          </p:nvPr>
        </p:nvSpPr>
        <p:spPr/>
        <p:txBody>
          <a:bodyPr/>
          <a:lstStyle/>
          <a:p>
            <a:fld id="{D7F1DCA8-1FAB-4684-A311-73F1479E7150}" type="slidenum">
              <a:rPr lang="en-US" smtClean="0"/>
              <a:t>‹#›</a:t>
            </a:fld>
            <a:endParaRPr lang="en-US"/>
          </a:p>
        </p:txBody>
      </p:sp>
    </p:spTree>
    <p:extLst>
      <p:ext uri="{BB962C8B-B14F-4D97-AF65-F5344CB8AC3E}">
        <p14:creationId xmlns:p14="http://schemas.microsoft.com/office/powerpoint/2010/main" val="2371503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0A154-475E-7270-4481-0F02559D28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2DBF38-59D7-83C2-0EAF-9DCECF6D9C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6E9585-E756-A4EA-1716-B3872AD5C1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3F9F72B-3EC9-3F73-67F5-55A94E2D3132}"/>
              </a:ext>
            </a:extLst>
          </p:cNvPr>
          <p:cNvSpPr>
            <a:spLocks noGrp="1"/>
          </p:cNvSpPr>
          <p:nvPr>
            <p:ph type="dt" sz="half" idx="10"/>
          </p:nvPr>
        </p:nvSpPr>
        <p:spPr/>
        <p:txBody>
          <a:bodyPr/>
          <a:lstStyle/>
          <a:p>
            <a:fld id="{0D889703-CB81-4CE1-AF10-D6A9635ACD68}" type="datetimeFigureOut">
              <a:rPr lang="en-US" smtClean="0"/>
              <a:t>7/7/2026</a:t>
            </a:fld>
            <a:endParaRPr lang="en-US"/>
          </a:p>
        </p:txBody>
      </p:sp>
      <p:sp>
        <p:nvSpPr>
          <p:cNvPr id="6" name="Footer Placeholder 5">
            <a:extLst>
              <a:ext uri="{FF2B5EF4-FFF2-40B4-BE49-F238E27FC236}">
                <a16:creationId xmlns:a16="http://schemas.microsoft.com/office/drawing/2014/main" id="{6A89BA23-496A-4186-DCFA-29069330A2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E85E06-83AB-15F7-CA2C-6EE81435236E}"/>
              </a:ext>
            </a:extLst>
          </p:cNvPr>
          <p:cNvSpPr>
            <a:spLocks noGrp="1"/>
          </p:cNvSpPr>
          <p:nvPr>
            <p:ph type="sldNum" sz="quarter" idx="12"/>
          </p:nvPr>
        </p:nvSpPr>
        <p:spPr/>
        <p:txBody>
          <a:bodyPr/>
          <a:lstStyle/>
          <a:p>
            <a:fld id="{D7F1DCA8-1FAB-4684-A311-73F1479E7150}" type="slidenum">
              <a:rPr lang="en-US" smtClean="0"/>
              <a:t>‹#›</a:t>
            </a:fld>
            <a:endParaRPr lang="en-US"/>
          </a:p>
        </p:txBody>
      </p:sp>
    </p:spTree>
    <p:extLst>
      <p:ext uri="{BB962C8B-B14F-4D97-AF65-F5344CB8AC3E}">
        <p14:creationId xmlns:p14="http://schemas.microsoft.com/office/powerpoint/2010/main" val="4223353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FBC44-6CF1-9EAD-47F3-E5D168541C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82C295-0B03-D51F-D102-2997596E57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EE2625-C0FE-3B39-8598-265274BD81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09093C-D759-7268-72E9-C9D57B71FF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C21A0E-73F7-874E-C1C1-54AE7236B2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03A063-DBF8-8535-7FFE-6D9D6AF00836}"/>
              </a:ext>
            </a:extLst>
          </p:cNvPr>
          <p:cNvSpPr>
            <a:spLocks noGrp="1"/>
          </p:cNvSpPr>
          <p:nvPr>
            <p:ph type="dt" sz="half" idx="10"/>
          </p:nvPr>
        </p:nvSpPr>
        <p:spPr/>
        <p:txBody>
          <a:bodyPr/>
          <a:lstStyle/>
          <a:p>
            <a:fld id="{0D889703-CB81-4CE1-AF10-D6A9635ACD68}" type="datetimeFigureOut">
              <a:rPr lang="en-US" smtClean="0"/>
              <a:t>7/7/2026</a:t>
            </a:fld>
            <a:endParaRPr lang="en-US"/>
          </a:p>
        </p:txBody>
      </p:sp>
      <p:sp>
        <p:nvSpPr>
          <p:cNvPr id="8" name="Footer Placeholder 7">
            <a:extLst>
              <a:ext uri="{FF2B5EF4-FFF2-40B4-BE49-F238E27FC236}">
                <a16:creationId xmlns:a16="http://schemas.microsoft.com/office/drawing/2014/main" id="{FE9A92FD-3B76-1B9A-5664-BC3F4163683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73B4060-19E1-17A5-74A1-AF948D32E225}"/>
              </a:ext>
            </a:extLst>
          </p:cNvPr>
          <p:cNvSpPr>
            <a:spLocks noGrp="1"/>
          </p:cNvSpPr>
          <p:nvPr>
            <p:ph type="sldNum" sz="quarter" idx="12"/>
          </p:nvPr>
        </p:nvSpPr>
        <p:spPr/>
        <p:txBody>
          <a:bodyPr/>
          <a:lstStyle/>
          <a:p>
            <a:fld id="{D7F1DCA8-1FAB-4684-A311-73F1479E7150}" type="slidenum">
              <a:rPr lang="en-US" smtClean="0"/>
              <a:t>‹#›</a:t>
            </a:fld>
            <a:endParaRPr lang="en-US"/>
          </a:p>
        </p:txBody>
      </p:sp>
    </p:spTree>
    <p:extLst>
      <p:ext uri="{BB962C8B-B14F-4D97-AF65-F5344CB8AC3E}">
        <p14:creationId xmlns:p14="http://schemas.microsoft.com/office/powerpoint/2010/main" val="3598318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D9CA2-1E63-E621-B75B-1CDE77F5C7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E3FB52-1330-846B-9B56-51E2E7A359BC}"/>
              </a:ext>
            </a:extLst>
          </p:cNvPr>
          <p:cNvSpPr>
            <a:spLocks noGrp="1"/>
          </p:cNvSpPr>
          <p:nvPr>
            <p:ph type="dt" sz="half" idx="10"/>
          </p:nvPr>
        </p:nvSpPr>
        <p:spPr/>
        <p:txBody>
          <a:bodyPr/>
          <a:lstStyle/>
          <a:p>
            <a:fld id="{0D889703-CB81-4CE1-AF10-D6A9635ACD68}" type="datetimeFigureOut">
              <a:rPr lang="en-US" smtClean="0"/>
              <a:t>7/7/2026</a:t>
            </a:fld>
            <a:endParaRPr lang="en-US"/>
          </a:p>
        </p:txBody>
      </p:sp>
      <p:sp>
        <p:nvSpPr>
          <p:cNvPr id="4" name="Footer Placeholder 3">
            <a:extLst>
              <a:ext uri="{FF2B5EF4-FFF2-40B4-BE49-F238E27FC236}">
                <a16:creationId xmlns:a16="http://schemas.microsoft.com/office/drawing/2014/main" id="{00C11239-78CA-B1E2-BFDA-8DCED0A7CD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86E0FD-FE80-90A5-1FE7-9EE9E1C39C1B}"/>
              </a:ext>
            </a:extLst>
          </p:cNvPr>
          <p:cNvSpPr>
            <a:spLocks noGrp="1"/>
          </p:cNvSpPr>
          <p:nvPr>
            <p:ph type="sldNum" sz="quarter" idx="12"/>
          </p:nvPr>
        </p:nvSpPr>
        <p:spPr/>
        <p:txBody>
          <a:bodyPr/>
          <a:lstStyle/>
          <a:p>
            <a:fld id="{D7F1DCA8-1FAB-4684-A311-73F1479E7150}" type="slidenum">
              <a:rPr lang="en-US" smtClean="0"/>
              <a:t>‹#›</a:t>
            </a:fld>
            <a:endParaRPr lang="en-US"/>
          </a:p>
        </p:txBody>
      </p:sp>
    </p:spTree>
    <p:extLst>
      <p:ext uri="{BB962C8B-B14F-4D97-AF65-F5344CB8AC3E}">
        <p14:creationId xmlns:p14="http://schemas.microsoft.com/office/powerpoint/2010/main" val="33783162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D786DD-510B-2E34-8DF6-9D0CE877A373}"/>
              </a:ext>
            </a:extLst>
          </p:cNvPr>
          <p:cNvSpPr>
            <a:spLocks noGrp="1"/>
          </p:cNvSpPr>
          <p:nvPr>
            <p:ph type="dt" sz="half" idx="10"/>
          </p:nvPr>
        </p:nvSpPr>
        <p:spPr/>
        <p:txBody>
          <a:bodyPr/>
          <a:lstStyle/>
          <a:p>
            <a:fld id="{0D889703-CB81-4CE1-AF10-D6A9635ACD68}" type="datetimeFigureOut">
              <a:rPr lang="en-US" smtClean="0"/>
              <a:t>7/7/2026</a:t>
            </a:fld>
            <a:endParaRPr lang="en-US"/>
          </a:p>
        </p:txBody>
      </p:sp>
      <p:sp>
        <p:nvSpPr>
          <p:cNvPr id="3" name="Footer Placeholder 2">
            <a:extLst>
              <a:ext uri="{FF2B5EF4-FFF2-40B4-BE49-F238E27FC236}">
                <a16:creationId xmlns:a16="http://schemas.microsoft.com/office/drawing/2014/main" id="{C110487B-CF98-9E86-450F-19B2827235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EF157FF-9C1F-4B47-7AA9-8473AACE8AF9}"/>
              </a:ext>
            </a:extLst>
          </p:cNvPr>
          <p:cNvSpPr>
            <a:spLocks noGrp="1"/>
          </p:cNvSpPr>
          <p:nvPr>
            <p:ph type="sldNum" sz="quarter" idx="12"/>
          </p:nvPr>
        </p:nvSpPr>
        <p:spPr/>
        <p:txBody>
          <a:bodyPr/>
          <a:lstStyle/>
          <a:p>
            <a:fld id="{D7F1DCA8-1FAB-4684-A311-73F1479E7150}" type="slidenum">
              <a:rPr lang="en-US" smtClean="0"/>
              <a:t>‹#›</a:t>
            </a:fld>
            <a:endParaRPr lang="en-US"/>
          </a:p>
        </p:txBody>
      </p:sp>
    </p:spTree>
    <p:extLst>
      <p:ext uri="{BB962C8B-B14F-4D97-AF65-F5344CB8AC3E}">
        <p14:creationId xmlns:p14="http://schemas.microsoft.com/office/powerpoint/2010/main" val="3361007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2FFCC-5C04-3BDC-2966-6E888E86F3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B535D18-F389-DD65-5D3A-2AA3CDB32C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A58D94C-8409-933B-C21C-B20D56F83F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6E06B3-7C02-12B5-AB87-8B3C762F2465}"/>
              </a:ext>
            </a:extLst>
          </p:cNvPr>
          <p:cNvSpPr>
            <a:spLocks noGrp="1"/>
          </p:cNvSpPr>
          <p:nvPr>
            <p:ph type="dt" sz="half" idx="10"/>
          </p:nvPr>
        </p:nvSpPr>
        <p:spPr/>
        <p:txBody>
          <a:bodyPr/>
          <a:lstStyle/>
          <a:p>
            <a:fld id="{0D889703-CB81-4CE1-AF10-D6A9635ACD68}" type="datetimeFigureOut">
              <a:rPr lang="en-US" smtClean="0"/>
              <a:t>7/7/2026</a:t>
            </a:fld>
            <a:endParaRPr lang="en-US"/>
          </a:p>
        </p:txBody>
      </p:sp>
      <p:sp>
        <p:nvSpPr>
          <p:cNvPr id="6" name="Footer Placeholder 5">
            <a:extLst>
              <a:ext uri="{FF2B5EF4-FFF2-40B4-BE49-F238E27FC236}">
                <a16:creationId xmlns:a16="http://schemas.microsoft.com/office/drawing/2014/main" id="{8B0119AD-00B3-090C-B833-400C5B2205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DF6F0A-D6F5-A1B5-66FF-09371AC9275B}"/>
              </a:ext>
            </a:extLst>
          </p:cNvPr>
          <p:cNvSpPr>
            <a:spLocks noGrp="1"/>
          </p:cNvSpPr>
          <p:nvPr>
            <p:ph type="sldNum" sz="quarter" idx="12"/>
          </p:nvPr>
        </p:nvSpPr>
        <p:spPr/>
        <p:txBody>
          <a:bodyPr/>
          <a:lstStyle/>
          <a:p>
            <a:fld id="{D7F1DCA8-1FAB-4684-A311-73F1479E7150}" type="slidenum">
              <a:rPr lang="en-US" smtClean="0"/>
              <a:t>‹#›</a:t>
            </a:fld>
            <a:endParaRPr lang="en-US"/>
          </a:p>
        </p:txBody>
      </p:sp>
    </p:spTree>
    <p:extLst>
      <p:ext uri="{BB962C8B-B14F-4D97-AF65-F5344CB8AC3E}">
        <p14:creationId xmlns:p14="http://schemas.microsoft.com/office/powerpoint/2010/main" val="966099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BF123-3509-C36C-7F39-01A6D938CD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7A2B64-8E97-265B-248E-1B0747BC1B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40932D-6E88-86C9-0E6A-0235F85FB1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DE5594-C56D-F6DA-F4CA-9273718BD646}"/>
              </a:ext>
            </a:extLst>
          </p:cNvPr>
          <p:cNvSpPr>
            <a:spLocks noGrp="1"/>
          </p:cNvSpPr>
          <p:nvPr>
            <p:ph type="dt" sz="half" idx="10"/>
          </p:nvPr>
        </p:nvSpPr>
        <p:spPr/>
        <p:txBody>
          <a:bodyPr/>
          <a:lstStyle/>
          <a:p>
            <a:fld id="{0D889703-CB81-4CE1-AF10-D6A9635ACD68}" type="datetimeFigureOut">
              <a:rPr lang="en-US" smtClean="0"/>
              <a:t>7/7/2026</a:t>
            </a:fld>
            <a:endParaRPr lang="en-US"/>
          </a:p>
        </p:txBody>
      </p:sp>
      <p:sp>
        <p:nvSpPr>
          <p:cNvPr id="6" name="Footer Placeholder 5">
            <a:extLst>
              <a:ext uri="{FF2B5EF4-FFF2-40B4-BE49-F238E27FC236}">
                <a16:creationId xmlns:a16="http://schemas.microsoft.com/office/drawing/2014/main" id="{054482DA-C2A9-B472-3D38-512FE84D17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4826B7-310E-D649-F802-C8DF42F6BE91}"/>
              </a:ext>
            </a:extLst>
          </p:cNvPr>
          <p:cNvSpPr>
            <a:spLocks noGrp="1"/>
          </p:cNvSpPr>
          <p:nvPr>
            <p:ph type="sldNum" sz="quarter" idx="12"/>
          </p:nvPr>
        </p:nvSpPr>
        <p:spPr/>
        <p:txBody>
          <a:bodyPr/>
          <a:lstStyle/>
          <a:p>
            <a:fld id="{D7F1DCA8-1FAB-4684-A311-73F1479E7150}" type="slidenum">
              <a:rPr lang="en-US" smtClean="0"/>
              <a:t>‹#›</a:t>
            </a:fld>
            <a:endParaRPr lang="en-US"/>
          </a:p>
        </p:txBody>
      </p:sp>
    </p:spTree>
    <p:extLst>
      <p:ext uri="{BB962C8B-B14F-4D97-AF65-F5344CB8AC3E}">
        <p14:creationId xmlns:p14="http://schemas.microsoft.com/office/powerpoint/2010/main" val="598388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622B3-86E5-AD9F-5FB4-6955999FA4C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9A35B6-BC1D-1AA5-5AE4-97F75A742D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8F052D-0F1E-66BD-CB93-3821EA8BF39A}"/>
              </a:ext>
            </a:extLst>
          </p:cNvPr>
          <p:cNvSpPr>
            <a:spLocks noGrp="1"/>
          </p:cNvSpPr>
          <p:nvPr>
            <p:ph type="dt" sz="half" idx="10"/>
          </p:nvPr>
        </p:nvSpPr>
        <p:spPr/>
        <p:txBody>
          <a:bodyPr/>
          <a:lstStyle/>
          <a:p>
            <a:fld id="{0D889703-CB81-4CE1-AF10-D6A9635ACD68}" type="datetimeFigureOut">
              <a:rPr lang="en-US" smtClean="0"/>
              <a:t>7/7/2026</a:t>
            </a:fld>
            <a:endParaRPr lang="en-US"/>
          </a:p>
        </p:txBody>
      </p:sp>
      <p:sp>
        <p:nvSpPr>
          <p:cNvPr id="5" name="Footer Placeholder 4">
            <a:extLst>
              <a:ext uri="{FF2B5EF4-FFF2-40B4-BE49-F238E27FC236}">
                <a16:creationId xmlns:a16="http://schemas.microsoft.com/office/drawing/2014/main" id="{B61F4ACF-CC3F-0C9C-FADE-D9543F7379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E87EEF-87D3-ED6B-DA1B-97A7E6CD4EF8}"/>
              </a:ext>
            </a:extLst>
          </p:cNvPr>
          <p:cNvSpPr>
            <a:spLocks noGrp="1"/>
          </p:cNvSpPr>
          <p:nvPr>
            <p:ph type="sldNum" sz="quarter" idx="12"/>
          </p:nvPr>
        </p:nvSpPr>
        <p:spPr/>
        <p:txBody>
          <a:bodyPr/>
          <a:lstStyle/>
          <a:p>
            <a:fld id="{D7F1DCA8-1FAB-4684-A311-73F1479E7150}" type="slidenum">
              <a:rPr lang="en-US" smtClean="0"/>
              <a:t>‹#›</a:t>
            </a:fld>
            <a:endParaRPr lang="en-US"/>
          </a:p>
        </p:txBody>
      </p:sp>
    </p:spTree>
    <p:extLst>
      <p:ext uri="{BB962C8B-B14F-4D97-AF65-F5344CB8AC3E}">
        <p14:creationId xmlns:p14="http://schemas.microsoft.com/office/powerpoint/2010/main" val="3617821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5A9E4D-2A92-3623-6D0A-24E7A91244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EB98098-87A0-AAA7-18FC-0C703E7A5B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D8427A-EB47-D622-EB0A-A00125E30C9E}"/>
              </a:ext>
            </a:extLst>
          </p:cNvPr>
          <p:cNvSpPr>
            <a:spLocks noGrp="1"/>
          </p:cNvSpPr>
          <p:nvPr>
            <p:ph type="dt" sz="half" idx="10"/>
          </p:nvPr>
        </p:nvSpPr>
        <p:spPr/>
        <p:txBody>
          <a:bodyPr/>
          <a:lstStyle/>
          <a:p>
            <a:fld id="{0D889703-CB81-4CE1-AF10-D6A9635ACD68}" type="datetimeFigureOut">
              <a:rPr lang="en-US" smtClean="0"/>
              <a:t>7/7/2026</a:t>
            </a:fld>
            <a:endParaRPr lang="en-US"/>
          </a:p>
        </p:txBody>
      </p:sp>
      <p:sp>
        <p:nvSpPr>
          <p:cNvPr id="5" name="Footer Placeholder 4">
            <a:extLst>
              <a:ext uri="{FF2B5EF4-FFF2-40B4-BE49-F238E27FC236}">
                <a16:creationId xmlns:a16="http://schemas.microsoft.com/office/drawing/2014/main" id="{C794C14A-74DA-B074-1E27-915270DEFA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E5B8FA-7A64-AF9A-B344-B30F99F24CB9}"/>
              </a:ext>
            </a:extLst>
          </p:cNvPr>
          <p:cNvSpPr>
            <a:spLocks noGrp="1"/>
          </p:cNvSpPr>
          <p:nvPr>
            <p:ph type="sldNum" sz="quarter" idx="12"/>
          </p:nvPr>
        </p:nvSpPr>
        <p:spPr/>
        <p:txBody>
          <a:bodyPr/>
          <a:lstStyle/>
          <a:p>
            <a:fld id="{D7F1DCA8-1FAB-4684-A311-73F1479E7150}" type="slidenum">
              <a:rPr lang="en-US" smtClean="0"/>
              <a:t>‹#›</a:t>
            </a:fld>
            <a:endParaRPr lang="en-US"/>
          </a:p>
        </p:txBody>
      </p:sp>
    </p:spTree>
    <p:extLst>
      <p:ext uri="{BB962C8B-B14F-4D97-AF65-F5344CB8AC3E}">
        <p14:creationId xmlns:p14="http://schemas.microsoft.com/office/powerpoint/2010/main" val="24454567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7800" spc="-49"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340" cap="all" spc="195" baseline="0">
                <a:solidFill>
                  <a:schemeClr val="tx2"/>
                </a:solidFill>
                <a:latin typeface="+mj-lt"/>
              </a:defRPr>
            </a:lvl1pPr>
            <a:lvl2pPr marL="445770" indent="0" algn="ctr">
              <a:buNone/>
              <a:defRPr sz="2340"/>
            </a:lvl2pPr>
            <a:lvl3pPr marL="891540" indent="0" algn="ctr">
              <a:buNone/>
              <a:defRPr sz="2340"/>
            </a:lvl3pPr>
            <a:lvl4pPr marL="1337310" indent="0" algn="ctr">
              <a:buNone/>
              <a:defRPr sz="1950"/>
            </a:lvl4pPr>
            <a:lvl5pPr marL="1783080" indent="0" algn="ctr">
              <a:buNone/>
              <a:defRPr sz="1950"/>
            </a:lvl5pPr>
            <a:lvl6pPr marL="2228850" indent="0" algn="ctr">
              <a:buNone/>
              <a:defRPr sz="1950"/>
            </a:lvl6pPr>
            <a:lvl7pPr marL="2674620" indent="0" algn="ctr">
              <a:buNone/>
              <a:defRPr sz="1950"/>
            </a:lvl7pPr>
            <a:lvl8pPr marL="3120390" indent="0" algn="ctr">
              <a:buNone/>
              <a:defRPr sz="1950"/>
            </a:lvl8pPr>
            <a:lvl9pPr marL="3566160" indent="0" algn="ctr">
              <a:buNone/>
              <a:defRPr sz="195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53018AE-5732-46FA-A12D-7311261D7C57}" type="datetime1">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33D9D5-3F94-4D0E-99A1-5E245C39E9B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51687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38C0D9-1C1A-43C3-849A-4C12950DC872}" type="datetime1">
              <a:rPr lang="en-US" smtClean="0"/>
              <a:pPr/>
              <a:t>7/7/2026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D33D9D5-3F94-4D0E-99A1-5E245C39E9B7}" type="slidenum">
              <a:rPr lang="en-US" smtClean="0"/>
              <a:pPr/>
              <a:t>‹#›</a:t>
            </a:fld>
            <a:endParaRPr lang="en-US" dirty="0"/>
          </a:p>
        </p:txBody>
      </p:sp>
      <p:sp>
        <p:nvSpPr>
          <p:cNvPr id="7" name="Rectangle 6">
            <a:extLst>
              <a:ext uri="{FF2B5EF4-FFF2-40B4-BE49-F238E27FC236}">
                <a16:creationId xmlns:a16="http://schemas.microsoft.com/office/drawing/2014/main" id="{EC34A279-EE94-00D2-F116-ACFB912C0C89}"/>
              </a:ext>
            </a:extLst>
          </p:cNvPr>
          <p:cNvSpPr/>
          <p:nvPr userDrawn="1"/>
        </p:nvSpPr>
        <p:spPr>
          <a:xfrm>
            <a:off x="3049587" y="6443963"/>
            <a:ext cx="6096000" cy="400110"/>
          </a:xfrm>
          <a:prstGeom prst="rect">
            <a:avLst/>
          </a:prstGeom>
        </p:spPr>
        <p:txBody>
          <a:bodyPr>
            <a:spAutoFit/>
          </a:bodyPr>
          <a:lstStyle/>
          <a:p>
            <a:pPr lvl="0" algn="ctr"/>
            <a:r>
              <a:rPr lang="en-US" sz="1000" dirty="0">
                <a:solidFill>
                  <a:schemeClr val="bg1"/>
                </a:solidFill>
                <a:latin typeface="Times New Roman" panose="02020603050405020304" pitchFamily="18" charset="0"/>
                <a:cs typeface="Times New Roman" panose="02020603050405020304" pitchFamily="18" charset="0"/>
              </a:rPr>
              <a:t>Partho Sarathi Sarker,</a:t>
            </a:r>
            <a:r>
              <a:rPr lang="en-US" sz="1000" baseline="0" dirty="0">
                <a:solidFill>
                  <a:schemeClr val="bg1"/>
                </a:solidFill>
                <a:latin typeface="Times New Roman" panose="02020603050405020304" pitchFamily="18" charset="0"/>
                <a:cs typeface="Times New Roman" panose="02020603050405020304" pitchFamily="18" charset="0"/>
              </a:rPr>
              <a:t> Asst. Prof. </a:t>
            </a:r>
            <a:r>
              <a:rPr lang="en-US" sz="1000" dirty="0">
                <a:solidFill>
                  <a:schemeClr val="bg1"/>
                </a:solidFill>
                <a:latin typeface="Times New Roman" panose="02020603050405020304" pitchFamily="18" charset="0"/>
                <a:cs typeface="Times New Roman" panose="02020603050405020304" pitchFamily="18" charset="0"/>
              </a:rPr>
              <a:t>Dept. of CSE</a:t>
            </a:r>
          </a:p>
          <a:p>
            <a:pPr lvl="0" algn="ctr"/>
            <a:r>
              <a:rPr lang="en-US" sz="1000" dirty="0">
                <a:solidFill>
                  <a:schemeClr val="bg1"/>
                </a:solidFill>
                <a:latin typeface="Times New Roman" panose="02020603050405020304" pitchFamily="18" charset="0"/>
                <a:cs typeface="Times New Roman" panose="02020603050405020304" pitchFamily="18" charset="0"/>
              </a:rPr>
              <a:t>University of Global Village (UGV)</a:t>
            </a:r>
            <a:endParaRPr lang="en-US" sz="1050" dirty="0">
              <a:solidFill>
                <a:schemeClr val="bg1"/>
              </a:solidFill>
            </a:endParaRPr>
          </a:p>
        </p:txBody>
      </p:sp>
      <p:pic>
        <p:nvPicPr>
          <p:cNvPr id="8" name="Picture 10" descr="https://lh3.googleusercontent.com/O-QTLAMC8BswJhLk0RcTxiyQf4NrFqXT0UqHcn2eVY7vS43BGAZ3bL9pUdjQk7xK0y8UlLHngGAr141CZoo5d7-pyj_isjE6HrJEoY-r78rNuUzLGuBEgj9r7YbLrbtFpKBM4u4Xs7AvLDo22l-Wxao">
            <a:extLst>
              <a:ext uri="{FF2B5EF4-FFF2-40B4-BE49-F238E27FC236}">
                <a16:creationId xmlns:a16="http://schemas.microsoft.com/office/drawing/2014/main" id="{8EE1C521-5150-06E4-084C-760664B7959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647313" y="150242"/>
            <a:ext cx="1374162" cy="13968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4" descr="https://lh3.googleusercontent.com/Be1KqK94TxpMAIj2y0VLTL3PCZaIjByC9Cv-SBZf0RX9rUxrQXcF-giF_BnWY4BpFQUydqIyouvj8qoBgCiYEFt3QjWQa-hJOb-aLOv2ojS4xSrMWHKDa10oAspvQSSF42fRCnBtvjSHbB8awqqP4Mw">
            <a:extLst>
              <a:ext uri="{FF2B5EF4-FFF2-40B4-BE49-F238E27FC236}">
                <a16:creationId xmlns:a16="http://schemas.microsoft.com/office/drawing/2014/main" id="{0BCECE13-96BD-A371-54D8-6B826C7C616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79013" y="286604"/>
            <a:ext cx="999032" cy="124812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F1EF4F94-5591-6B09-7FDD-961ECDC9AA29}"/>
              </a:ext>
            </a:extLst>
          </p:cNvPr>
          <p:cNvPicPr>
            <a:picLocks noChangeAspect="1"/>
          </p:cNvPicPr>
          <p:nvPr userDrawn="1"/>
        </p:nvPicPr>
        <p:blipFill rotWithShape="1">
          <a:blip r:embed="rId4">
            <a:extLst>
              <a:ext uri="{BEBA8EAE-BF5A-486C-A8C5-ECC9F3942E4B}">
                <a14:imgProps xmlns:a14="http://schemas.microsoft.com/office/drawing/2010/main">
                  <a14:imgLayer r:embed="rId5">
                    <a14:imgEffect>
                      <a14:brightnessContrast bright="40000" contrast="-40000"/>
                    </a14:imgEffect>
                  </a14:imgLayer>
                </a14:imgProps>
              </a:ext>
            </a:extLst>
          </a:blip>
          <a:srcRect l="51623" t="15302" r="4605"/>
          <a:stretch/>
        </p:blipFill>
        <p:spPr>
          <a:xfrm>
            <a:off x="10849674" y="5478119"/>
            <a:ext cx="1342326" cy="791372"/>
          </a:xfrm>
          <a:prstGeom prst="rect">
            <a:avLst/>
          </a:prstGeom>
        </p:spPr>
      </p:pic>
    </p:spTree>
    <p:extLst>
      <p:ext uri="{BB962C8B-B14F-4D97-AF65-F5344CB8AC3E}">
        <p14:creationId xmlns:p14="http://schemas.microsoft.com/office/powerpoint/2010/main" val="17224628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78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340" cap="all" spc="195" baseline="0">
                <a:solidFill>
                  <a:schemeClr val="tx2"/>
                </a:solidFill>
                <a:latin typeface="+mj-lt"/>
              </a:defRPr>
            </a:lvl1pPr>
            <a:lvl2pPr marL="445770" indent="0">
              <a:buNone/>
              <a:defRPr sz="1755">
                <a:solidFill>
                  <a:schemeClr val="tx1">
                    <a:tint val="75000"/>
                  </a:schemeClr>
                </a:solidFill>
              </a:defRPr>
            </a:lvl2pPr>
            <a:lvl3pPr marL="891540" indent="0">
              <a:buNone/>
              <a:defRPr sz="1560">
                <a:solidFill>
                  <a:schemeClr val="tx1">
                    <a:tint val="75000"/>
                  </a:schemeClr>
                </a:solidFill>
              </a:defRPr>
            </a:lvl3pPr>
            <a:lvl4pPr marL="1337310" indent="0">
              <a:buNone/>
              <a:defRPr sz="1365">
                <a:solidFill>
                  <a:schemeClr val="tx1">
                    <a:tint val="75000"/>
                  </a:schemeClr>
                </a:solidFill>
              </a:defRPr>
            </a:lvl4pPr>
            <a:lvl5pPr marL="1783080" indent="0">
              <a:buNone/>
              <a:defRPr sz="1365">
                <a:solidFill>
                  <a:schemeClr val="tx1">
                    <a:tint val="75000"/>
                  </a:schemeClr>
                </a:solidFill>
              </a:defRPr>
            </a:lvl5pPr>
            <a:lvl6pPr marL="2228850" indent="0">
              <a:buNone/>
              <a:defRPr sz="1365">
                <a:solidFill>
                  <a:schemeClr val="tx1">
                    <a:tint val="75000"/>
                  </a:schemeClr>
                </a:solidFill>
              </a:defRPr>
            </a:lvl6pPr>
            <a:lvl7pPr marL="2674620" indent="0">
              <a:buNone/>
              <a:defRPr sz="1365">
                <a:solidFill>
                  <a:schemeClr val="tx1">
                    <a:tint val="75000"/>
                  </a:schemeClr>
                </a:solidFill>
              </a:defRPr>
            </a:lvl7pPr>
            <a:lvl8pPr marL="3120390" indent="0">
              <a:buNone/>
              <a:defRPr sz="1365">
                <a:solidFill>
                  <a:schemeClr val="tx1">
                    <a:tint val="75000"/>
                  </a:schemeClr>
                </a:solidFill>
              </a:defRPr>
            </a:lvl8pPr>
            <a:lvl9pPr marL="3566160" indent="0">
              <a:buNone/>
              <a:defRPr sz="136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EF2031-22E5-4BD4-A1F9-5C5CE041D90B}" type="datetime1">
              <a:rPr lang="en-US" smtClean="0"/>
              <a:t>7/7/2026</a:t>
            </a:fld>
            <a:endParaRPr lang="en-US"/>
          </a:p>
        </p:txBody>
      </p:sp>
      <p:sp>
        <p:nvSpPr>
          <p:cNvPr id="5" name="Footer Placeholder 4"/>
          <p:cNvSpPr>
            <a:spLocks noGrp="1"/>
          </p:cNvSpPr>
          <p:nvPr>
            <p:ph type="ftr" sz="quarter" idx="11"/>
          </p:nvPr>
        </p:nvSpPr>
        <p:spPr/>
        <p:txBody>
          <a:bodyPr/>
          <a:lstStyle/>
          <a:p>
            <a:pPr lvl="0" algn="ctr"/>
            <a:r>
              <a:rPr lang="en-US" sz="900" dirty="0">
                <a:solidFill>
                  <a:schemeClr val="bg1"/>
                </a:solidFill>
                <a:latin typeface="Times New Roman" panose="02020603050405020304" pitchFamily="18" charset="0"/>
                <a:cs typeface="Times New Roman" panose="02020603050405020304" pitchFamily="18" charset="0"/>
              </a:rPr>
              <a:t>Partho Sarathi Sarker,</a:t>
            </a:r>
            <a:r>
              <a:rPr lang="en-US" sz="900" baseline="0" dirty="0">
                <a:solidFill>
                  <a:schemeClr val="bg1"/>
                </a:solidFill>
                <a:latin typeface="Times New Roman" panose="02020603050405020304" pitchFamily="18" charset="0"/>
                <a:cs typeface="Times New Roman" panose="02020603050405020304" pitchFamily="18" charset="0"/>
              </a:rPr>
              <a:t> Asst. Prof. </a:t>
            </a:r>
            <a:r>
              <a:rPr lang="en-US" sz="900" dirty="0">
                <a:solidFill>
                  <a:schemeClr val="bg1"/>
                </a:solidFill>
                <a:latin typeface="Times New Roman" panose="02020603050405020304" pitchFamily="18" charset="0"/>
                <a:cs typeface="Times New Roman" panose="02020603050405020304" pitchFamily="18" charset="0"/>
              </a:rPr>
              <a:t>Dept. of CSE</a:t>
            </a:r>
          </a:p>
          <a:p>
            <a:pPr lvl="0" algn="ctr"/>
            <a:r>
              <a:rPr lang="en-US" sz="900" dirty="0">
                <a:solidFill>
                  <a:schemeClr val="bg1"/>
                </a:solidFill>
                <a:latin typeface="Times New Roman" panose="02020603050405020304" pitchFamily="18" charset="0"/>
                <a:cs typeface="Times New Roman" panose="02020603050405020304" pitchFamily="18" charset="0"/>
              </a:rPr>
              <a:t>University of Global Village (UGV)</a:t>
            </a:r>
            <a:endParaRPr lang="en-US" sz="1000" dirty="0">
              <a:solidFill>
                <a:schemeClr val="bg1"/>
              </a:solidFill>
            </a:endParaRPr>
          </a:p>
          <a:p>
            <a:endParaRPr lang="en-US" dirty="0"/>
          </a:p>
        </p:txBody>
      </p:sp>
      <p:sp>
        <p:nvSpPr>
          <p:cNvPr id="6" name="Slide Number Placeholder 5"/>
          <p:cNvSpPr>
            <a:spLocks noGrp="1"/>
          </p:cNvSpPr>
          <p:nvPr>
            <p:ph type="sldNum" sz="quarter" idx="12"/>
          </p:nvPr>
        </p:nvSpPr>
        <p:spPr/>
        <p:txBody>
          <a:bodyPr/>
          <a:lstStyle/>
          <a:p>
            <a:fld id="{AD33D9D5-3F94-4D0E-99A1-5E245C39E9B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57682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5"/>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204526-5D8D-448D-B715-714342C5D01E}" type="datetime1">
              <a:rPr lang="en-US" smtClean="0"/>
              <a:t>7/7/2026</a:t>
            </a:fld>
            <a:endParaRPr lang="en-US"/>
          </a:p>
        </p:txBody>
      </p:sp>
      <p:sp>
        <p:nvSpPr>
          <p:cNvPr id="6" name="Footer Placeholder 5"/>
          <p:cNvSpPr>
            <a:spLocks noGrp="1"/>
          </p:cNvSpPr>
          <p:nvPr>
            <p:ph type="ftr" sz="quarter" idx="11"/>
          </p:nvPr>
        </p:nvSpPr>
        <p:spPr/>
        <p:txBody>
          <a:bodyPr/>
          <a:lstStyle/>
          <a:p>
            <a:pPr lvl="0" algn="ctr"/>
            <a:r>
              <a:rPr lang="en-US" sz="900" dirty="0">
                <a:solidFill>
                  <a:schemeClr val="bg1"/>
                </a:solidFill>
                <a:latin typeface="Times New Roman" panose="02020603050405020304" pitchFamily="18" charset="0"/>
                <a:cs typeface="Times New Roman" panose="02020603050405020304" pitchFamily="18" charset="0"/>
              </a:rPr>
              <a:t>Partho Sarathi Sarker,</a:t>
            </a:r>
            <a:r>
              <a:rPr lang="en-US" sz="900" baseline="0" dirty="0">
                <a:solidFill>
                  <a:schemeClr val="bg1"/>
                </a:solidFill>
                <a:latin typeface="Times New Roman" panose="02020603050405020304" pitchFamily="18" charset="0"/>
                <a:cs typeface="Times New Roman" panose="02020603050405020304" pitchFamily="18" charset="0"/>
              </a:rPr>
              <a:t> Asst. Prof. </a:t>
            </a:r>
            <a:r>
              <a:rPr lang="en-US" sz="900" dirty="0">
                <a:solidFill>
                  <a:schemeClr val="bg1"/>
                </a:solidFill>
                <a:latin typeface="Times New Roman" panose="02020603050405020304" pitchFamily="18" charset="0"/>
                <a:cs typeface="Times New Roman" panose="02020603050405020304" pitchFamily="18" charset="0"/>
              </a:rPr>
              <a:t>Dept. of CSE</a:t>
            </a:r>
          </a:p>
          <a:p>
            <a:pPr lvl="0" algn="ctr"/>
            <a:r>
              <a:rPr lang="en-US" sz="900" dirty="0">
                <a:solidFill>
                  <a:schemeClr val="bg1"/>
                </a:solidFill>
                <a:latin typeface="Times New Roman" panose="02020603050405020304" pitchFamily="18" charset="0"/>
                <a:cs typeface="Times New Roman" panose="02020603050405020304" pitchFamily="18" charset="0"/>
              </a:rPr>
              <a:t>University of Global Village (UGV)</a:t>
            </a:r>
            <a:endParaRPr lang="en-US" sz="1000" dirty="0">
              <a:solidFill>
                <a:schemeClr val="bg1"/>
              </a:solidFill>
            </a:endParaRPr>
          </a:p>
        </p:txBody>
      </p:sp>
      <p:sp>
        <p:nvSpPr>
          <p:cNvPr id="7" name="Slide Number Placeholder 6"/>
          <p:cNvSpPr>
            <a:spLocks noGrp="1"/>
          </p:cNvSpPr>
          <p:nvPr>
            <p:ph type="sldNum" sz="quarter" idx="12"/>
          </p:nvPr>
        </p:nvSpPr>
        <p:spPr/>
        <p:txBody>
          <a:bodyPr/>
          <a:lstStyle/>
          <a:p>
            <a:fld id="{AD33D9D5-3F94-4D0E-99A1-5E245C39E9B7}" type="slidenum">
              <a:rPr lang="en-US" smtClean="0"/>
              <a:t>‹#›</a:t>
            </a:fld>
            <a:endParaRPr lang="en-US"/>
          </a:p>
        </p:txBody>
      </p:sp>
    </p:spTree>
    <p:extLst>
      <p:ext uri="{BB962C8B-B14F-4D97-AF65-F5344CB8AC3E}">
        <p14:creationId xmlns:p14="http://schemas.microsoft.com/office/powerpoint/2010/main" val="8186915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5"/>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1950" b="0" cap="all" baseline="0">
                <a:solidFill>
                  <a:schemeClr val="tx2"/>
                </a:solidFill>
              </a:defRPr>
            </a:lvl1pPr>
            <a:lvl2pPr marL="445770" indent="0">
              <a:buNone/>
              <a:defRPr sz="1950" b="1"/>
            </a:lvl2pPr>
            <a:lvl3pPr marL="891540" indent="0">
              <a:buNone/>
              <a:defRPr sz="1755" b="1"/>
            </a:lvl3pPr>
            <a:lvl4pPr marL="1337310" indent="0">
              <a:buNone/>
              <a:defRPr sz="1560" b="1"/>
            </a:lvl4pPr>
            <a:lvl5pPr marL="1783080" indent="0">
              <a:buNone/>
              <a:defRPr sz="1560" b="1"/>
            </a:lvl5pPr>
            <a:lvl6pPr marL="2228850" indent="0">
              <a:buNone/>
              <a:defRPr sz="1560" b="1"/>
            </a:lvl6pPr>
            <a:lvl7pPr marL="2674620" indent="0">
              <a:buNone/>
              <a:defRPr sz="1560" b="1"/>
            </a:lvl7pPr>
            <a:lvl8pPr marL="3120390" indent="0">
              <a:buNone/>
              <a:defRPr sz="1560" b="1"/>
            </a:lvl8pPr>
            <a:lvl9pPr marL="3566160" indent="0">
              <a:buNone/>
              <a:defRPr sz="156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1950" b="0" cap="all" baseline="0">
                <a:solidFill>
                  <a:schemeClr val="tx2"/>
                </a:solidFill>
              </a:defRPr>
            </a:lvl1pPr>
            <a:lvl2pPr marL="445770" indent="0">
              <a:buNone/>
              <a:defRPr sz="1950" b="1"/>
            </a:lvl2pPr>
            <a:lvl3pPr marL="891540" indent="0">
              <a:buNone/>
              <a:defRPr sz="1755" b="1"/>
            </a:lvl3pPr>
            <a:lvl4pPr marL="1337310" indent="0">
              <a:buNone/>
              <a:defRPr sz="1560" b="1"/>
            </a:lvl4pPr>
            <a:lvl5pPr marL="1783080" indent="0">
              <a:buNone/>
              <a:defRPr sz="1560" b="1"/>
            </a:lvl5pPr>
            <a:lvl6pPr marL="2228850" indent="0">
              <a:buNone/>
              <a:defRPr sz="1560" b="1"/>
            </a:lvl6pPr>
            <a:lvl7pPr marL="2674620" indent="0">
              <a:buNone/>
              <a:defRPr sz="1560" b="1"/>
            </a:lvl7pPr>
            <a:lvl8pPr marL="3120390" indent="0">
              <a:buNone/>
              <a:defRPr sz="1560" b="1"/>
            </a:lvl8pPr>
            <a:lvl9pPr marL="3566160" indent="0">
              <a:buNone/>
              <a:defRPr sz="156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C3FD25D-6AA9-4500-9677-8EE45FA151F0}" type="datetime1">
              <a:rPr lang="en-US" smtClean="0"/>
              <a:t>7/7/2026</a:t>
            </a:fld>
            <a:endParaRPr lang="en-US"/>
          </a:p>
        </p:txBody>
      </p:sp>
      <p:sp>
        <p:nvSpPr>
          <p:cNvPr id="8" name="Footer Placeholder 7"/>
          <p:cNvSpPr>
            <a:spLocks noGrp="1"/>
          </p:cNvSpPr>
          <p:nvPr>
            <p:ph type="ftr" sz="quarter" idx="11"/>
          </p:nvPr>
        </p:nvSpPr>
        <p:spPr/>
        <p:txBody>
          <a:bodyPr/>
          <a:lstStyle/>
          <a:p>
            <a:pPr lvl="0" algn="ctr"/>
            <a:r>
              <a:rPr lang="en-US" sz="900" dirty="0">
                <a:solidFill>
                  <a:schemeClr val="bg1"/>
                </a:solidFill>
                <a:latin typeface="Times New Roman" panose="02020603050405020304" pitchFamily="18" charset="0"/>
                <a:cs typeface="Times New Roman" panose="02020603050405020304" pitchFamily="18" charset="0"/>
              </a:rPr>
              <a:t>Partho Sarathi Sarker,</a:t>
            </a:r>
            <a:r>
              <a:rPr lang="en-US" sz="900" baseline="0" dirty="0">
                <a:solidFill>
                  <a:schemeClr val="bg1"/>
                </a:solidFill>
                <a:latin typeface="Times New Roman" panose="02020603050405020304" pitchFamily="18" charset="0"/>
                <a:cs typeface="Times New Roman" panose="02020603050405020304" pitchFamily="18" charset="0"/>
              </a:rPr>
              <a:t> Asst. Prof. </a:t>
            </a:r>
            <a:r>
              <a:rPr lang="en-US" sz="900" dirty="0">
                <a:solidFill>
                  <a:schemeClr val="bg1"/>
                </a:solidFill>
                <a:latin typeface="Times New Roman" panose="02020603050405020304" pitchFamily="18" charset="0"/>
                <a:cs typeface="Times New Roman" panose="02020603050405020304" pitchFamily="18" charset="0"/>
              </a:rPr>
              <a:t>Dept. of CSE</a:t>
            </a:r>
          </a:p>
          <a:p>
            <a:pPr lvl="0" algn="ctr"/>
            <a:r>
              <a:rPr lang="en-US" sz="900" dirty="0">
                <a:solidFill>
                  <a:schemeClr val="bg1"/>
                </a:solidFill>
                <a:latin typeface="Times New Roman" panose="02020603050405020304" pitchFamily="18" charset="0"/>
                <a:cs typeface="Times New Roman" panose="02020603050405020304" pitchFamily="18" charset="0"/>
              </a:rPr>
              <a:t>University of Global Village (UGV)</a:t>
            </a:r>
            <a:endParaRPr lang="en-US" sz="1000" dirty="0">
              <a:solidFill>
                <a:schemeClr val="bg1"/>
              </a:solidFill>
            </a:endParaRPr>
          </a:p>
        </p:txBody>
      </p:sp>
      <p:sp>
        <p:nvSpPr>
          <p:cNvPr id="9" name="Slide Number Placeholder 8"/>
          <p:cNvSpPr>
            <a:spLocks noGrp="1"/>
          </p:cNvSpPr>
          <p:nvPr>
            <p:ph type="sldNum" sz="quarter" idx="12"/>
          </p:nvPr>
        </p:nvSpPr>
        <p:spPr/>
        <p:txBody>
          <a:bodyPr/>
          <a:lstStyle/>
          <a:p>
            <a:fld id="{AD33D9D5-3F94-4D0E-99A1-5E245C39E9B7}" type="slidenum">
              <a:rPr lang="en-US" smtClean="0"/>
              <a:t>‹#›</a:t>
            </a:fld>
            <a:endParaRPr lang="en-US"/>
          </a:p>
        </p:txBody>
      </p:sp>
      <p:pic>
        <p:nvPicPr>
          <p:cNvPr id="2" name="Picture 1">
            <a:extLst>
              <a:ext uri="{FF2B5EF4-FFF2-40B4-BE49-F238E27FC236}">
                <a16:creationId xmlns:a16="http://schemas.microsoft.com/office/drawing/2014/main" id="{E453A614-FE84-1FC5-5357-4B8FC6E2732D}"/>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Lst>
          </a:blip>
          <a:srcRect l="51623" t="15302" r="4605"/>
          <a:stretch/>
        </p:blipFill>
        <p:spPr>
          <a:xfrm>
            <a:off x="10849674" y="5478119"/>
            <a:ext cx="1342326" cy="791372"/>
          </a:xfrm>
          <a:prstGeom prst="rect">
            <a:avLst/>
          </a:prstGeom>
        </p:spPr>
      </p:pic>
    </p:spTree>
    <p:extLst>
      <p:ext uri="{BB962C8B-B14F-4D97-AF65-F5344CB8AC3E}">
        <p14:creationId xmlns:p14="http://schemas.microsoft.com/office/powerpoint/2010/main" val="28514553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B88C47-B1A2-44D6-85A1-592859CCA097}" type="datetime1">
              <a:rPr lang="en-US" smtClean="0"/>
              <a:t>7/7/2026</a:t>
            </a:fld>
            <a:endParaRPr lang="en-US"/>
          </a:p>
        </p:txBody>
      </p:sp>
      <p:sp>
        <p:nvSpPr>
          <p:cNvPr id="4" name="Footer Placeholder 3"/>
          <p:cNvSpPr>
            <a:spLocks noGrp="1"/>
          </p:cNvSpPr>
          <p:nvPr>
            <p:ph type="ftr" sz="quarter" idx="11"/>
          </p:nvPr>
        </p:nvSpPr>
        <p:spPr/>
        <p:txBody>
          <a:bodyPr/>
          <a:lstStyle/>
          <a:p>
            <a:pPr lvl="0" algn="ctr"/>
            <a:r>
              <a:rPr lang="en-US" sz="900" dirty="0">
                <a:solidFill>
                  <a:schemeClr val="bg1"/>
                </a:solidFill>
                <a:latin typeface="Times New Roman" panose="02020603050405020304" pitchFamily="18" charset="0"/>
                <a:cs typeface="Times New Roman" panose="02020603050405020304" pitchFamily="18" charset="0"/>
              </a:rPr>
              <a:t>Partho Sarathi Sarker,</a:t>
            </a:r>
            <a:r>
              <a:rPr lang="en-US" sz="900" baseline="0" dirty="0">
                <a:solidFill>
                  <a:schemeClr val="bg1"/>
                </a:solidFill>
                <a:latin typeface="Times New Roman" panose="02020603050405020304" pitchFamily="18" charset="0"/>
                <a:cs typeface="Times New Roman" panose="02020603050405020304" pitchFamily="18" charset="0"/>
              </a:rPr>
              <a:t> Asst. Prof. </a:t>
            </a:r>
            <a:r>
              <a:rPr lang="en-US" sz="900" dirty="0">
                <a:solidFill>
                  <a:schemeClr val="bg1"/>
                </a:solidFill>
                <a:latin typeface="Times New Roman" panose="02020603050405020304" pitchFamily="18" charset="0"/>
                <a:cs typeface="Times New Roman" panose="02020603050405020304" pitchFamily="18" charset="0"/>
              </a:rPr>
              <a:t>Dept. of CSE</a:t>
            </a:r>
          </a:p>
          <a:p>
            <a:pPr lvl="0" algn="ctr"/>
            <a:r>
              <a:rPr lang="en-US" sz="900" dirty="0">
                <a:solidFill>
                  <a:schemeClr val="bg1"/>
                </a:solidFill>
                <a:latin typeface="Times New Roman" panose="02020603050405020304" pitchFamily="18" charset="0"/>
                <a:cs typeface="Times New Roman" panose="02020603050405020304" pitchFamily="18" charset="0"/>
              </a:rPr>
              <a:t>University of Global Village (UGV)</a:t>
            </a:r>
            <a:endParaRPr lang="en-US" sz="1000" dirty="0">
              <a:solidFill>
                <a:schemeClr val="bg1"/>
              </a:solidFill>
            </a:endParaRPr>
          </a:p>
        </p:txBody>
      </p:sp>
      <p:sp>
        <p:nvSpPr>
          <p:cNvPr id="5" name="Slide Number Placeholder 4"/>
          <p:cNvSpPr>
            <a:spLocks noGrp="1"/>
          </p:cNvSpPr>
          <p:nvPr>
            <p:ph type="sldNum" sz="quarter" idx="12"/>
          </p:nvPr>
        </p:nvSpPr>
        <p:spPr/>
        <p:txBody>
          <a:bodyPr/>
          <a:lstStyle/>
          <a:p>
            <a:fld id="{AD33D9D5-3F94-4D0E-99A1-5E245C39E9B7}" type="slidenum">
              <a:rPr lang="en-US" smtClean="0"/>
              <a:pPr/>
              <a:t>‹#›</a:t>
            </a:fld>
            <a:endParaRPr lang="en-US" dirty="0"/>
          </a:p>
        </p:txBody>
      </p:sp>
      <p:pic>
        <p:nvPicPr>
          <p:cNvPr id="6" name="Picture 5">
            <a:extLst>
              <a:ext uri="{FF2B5EF4-FFF2-40B4-BE49-F238E27FC236}">
                <a16:creationId xmlns:a16="http://schemas.microsoft.com/office/drawing/2014/main" id="{3A5F28E8-21DD-BB8B-F408-39BE40F08155}"/>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Lst>
          </a:blip>
          <a:srcRect l="51623" t="15302" r="4605"/>
          <a:stretch/>
        </p:blipFill>
        <p:spPr>
          <a:xfrm>
            <a:off x="10849674" y="5478119"/>
            <a:ext cx="1342326" cy="791372"/>
          </a:xfrm>
          <a:prstGeom prst="rect">
            <a:avLst/>
          </a:prstGeom>
        </p:spPr>
      </p:pic>
    </p:spTree>
    <p:extLst>
      <p:ext uri="{BB962C8B-B14F-4D97-AF65-F5344CB8AC3E}">
        <p14:creationId xmlns:p14="http://schemas.microsoft.com/office/powerpoint/2010/main" val="7199221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DEF66E1-1574-473A-B4E0-2C7A3E000C1B}" type="datetime1">
              <a:rPr lang="en-US" smtClean="0"/>
              <a:t>7/7/2026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pPr lvl="0" algn="ctr"/>
            <a:r>
              <a:rPr lang="en-US" sz="900" dirty="0">
                <a:solidFill>
                  <a:schemeClr val="bg1"/>
                </a:solidFill>
                <a:latin typeface="Times New Roman" panose="02020603050405020304" pitchFamily="18" charset="0"/>
                <a:cs typeface="Times New Roman" panose="02020603050405020304" pitchFamily="18" charset="0"/>
              </a:rPr>
              <a:t>Partho Sarathi Sarker,</a:t>
            </a:r>
            <a:r>
              <a:rPr lang="en-US" sz="900" baseline="0" dirty="0">
                <a:solidFill>
                  <a:schemeClr val="bg1"/>
                </a:solidFill>
                <a:latin typeface="Times New Roman" panose="02020603050405020304" pitchFamily="18" charset="0"/>
                <a:cs typeface="Times New Roman" panose="02020603050405020304" pitchFamily="18" charset="0"/>
              </a:rPr>
              <a:t> Asst. Prof. </a:t>
            </a:r>
            <a:r>
              <a:rPr lang="en-US" sz="900" dirty="0">
                <a:solidFill>
                  <a:schemeClr val="bg1"/>
                </a:solidFill>
                <a:latin typeface="Times New Roman" panose="02020603050405020304" pitchFamily="18" charset="0"/>
                <a:cs typeface="Times New Roman" panose="02020603050405020304" pitchFamily="18" charset="0"/>
              </a:rPr>
              <a:t>Dept. of CSE</a:t>
            </a:r>
          </a:p>
          <a:p>
            <a:pPr lvl="0" algn="ctr"/>
            <a:r>
              <a:rPr lang="en-US" sz="900" dirty="0">
                <a:solidFill>
                  <a:schemeClr val="bg1"/>
                </a:solidFill>
                <a:latin typeface="Times New Roman" panose="02020603050405020304" pitchFamily="18" charset="0"/>
                <a:cs typeface="Times New Roman" panose="02020603050405020304" pitchFamily="18" charset="0"/>
              </a:rPr>
              <a:t>University of Global Village (UGV)</a:t>
            </a:r>
            <a:endParaRPr lang="en-US" sz="1000" dirty="0">
              <a:solidFill>
                <a:schemeClr val="bg1"/>
              </a:solidFill>
            </a:endParaRPr>
          </a:p>
        </p:txBody>
      </p:sp>
      <p:sp>
        <p:nvSpPr>
          <p:cNvPr id="9" name="Slide Number Placeholder 8"/>
          <p:cNvSpPr>
            <a:spLocks noGrp="1"/>
          </p:cNvSpPr>
          <p:nvPr>
            <p:ph type="sldNum" sz="quarter" idx="12"/>
          </p:nvPr>
        </p:nvSpPr>
        <p:spPr/>
        <p:txBody>
          <a:bodyPr/>
          <a:lstStyle/>
          <a:p>
            <a:fld id="{AD33D9D5-3F94-4D0E-99A1-5E245C39E9B7}" type="slidenum">
              <a:rPr lang="en-US" smtClean="0"/>
              <a:t>‹#›</a:t>
            </a:fld>
            <a:endParaRPr lang="en-US"/>
          </a:p>
        </p:txBody>
      </p:sp>
      <p:pic>
        <p:nvPicPr>
          <p:cNvPr id="2" name="Picture 1">
            <a:extLst>
              <a:ext uri="{FF2B5EF4-FFF2-40B4-BE49-F238E27FC236}">
                <a16:creationId xmlns:a16="http://schemas.microsoft.com/office/drawing/2014/main" id="{1A3614A6-4704-1921-C1FD-2DA44313088F}"/>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Lst>
          </a:blip>
          <a:srcRect l="51623" t="15302" r="4605"/>
          <a:stretch/>
        </p:blipFill>
        <p:spPr>
          <a:xfrm>
            <a:off x="10849674" y="5478119"/>
            <a:ext cx="1342326" cy="791372"/>
          </a:xfrm>
          <a:prstGeom prst="rect">
            <a:avLst/>
          </a:prstGeom>
        </p:spPr>
      </p:pic>
    </p:spTree>
    <p:extLst>
      <p:ext uri="{BB962C8B-B14F-4D97-AF65-F5344CB8AC3E}">
        <p14:creationId xmlns:p14="http://schemas.microsoft.com/office/powerpoint/2010/main" val="28908125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7"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51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463">
                <a:solidFill>
                  <a:srgbClr val="FFFFFF"/>
                </a:solidFill>
              </a:defRPr>
            </a:lvl1pPr>
            <a:lvl2pPr marL="445770" indent="0">
              <a:buNone/>
              <a:defRPr sz="1170"/>
            </a:lvl2pPr>
            <a:lvl3pPr marL="891540" indent="0">
              <a:buNone/>
              <a:defRPr sz="975"/>
            </a:lvl3pPr>
            <a:lvl4pPr marL="1337310" indent="0">
              <a:buNone/>
              <a:defRPr sz="878"/>
            </a:lvl4pPr>
            <a:lvl5pPr marL="1783080" indent="0">
              <a:buNone/>
              <a:defRPr sz="878"/>
            </a:lvl5pPr>
            <a:lvl6pPr marL="2228850" indent="0">
              <a:buNone/>
              <a:defRPr sz="878"/>
            </a:lvl6pPr>
            <a:lvl7pPr marL="2674620" indent="0">
              <a:buNone/>
              <a:defRPr sz="878"/>
            </a:lvl7pPr>
            <a:lvl8pPr marL="3120390" indent="0">
              <a:buNone/>
              <a:defRPr sz="878"/>
            </a:lvl8pPr>
            <a:lvl9pPr marL="3566160" indent="0">
              <a:buNone/>
              <a:defRPr sz="878"/>
            </a:lvl9pPr>
          </a:lstStyle>
          <a:p>
            <a:pPr lvl="0"/>
            <a:r>
              <a:rPr lang="en-US"/>
              <a:t>Click to edit Master text styles</a:t>
            </a:r>
          </a:p>
        </p:txBody>
      </p:sp>
      <p:sp>
        <p:nvSpPr>
          <p:cNvPr id="5" name="Date Placeholder 4"/>
          <p:cNvSpPr>
            <a:spLocks noGrp="1"/>
          </p:cNvSpPr>
          <p:nvPr>
            <p:ph type="dt" sz="half" idx="10"/>
          </p:nvPr>
        </p:nvSpPr>
        <p:spPr>
          <a:xfrm>
            <a:off x="465512" y="6459787"/>
            <a:ext cx="2618510" cy="365125"/>
          </a:xfrm>
        </p:spPr>
        <p:txBody>
          <a:bodyPr/>
          <a:lstStyle>
            <a:lvl1pPr algn="l">
              <a:defRPr/>
            </a:lvl1pPr>
          </a:lstStyle>
          <a:p>
            <a:fld id="{BCA25FBA-5535-409A-B3C5-C1DFA683E81E}" type="datetime1">
              <a:rPr lang="en-US" smtClean="0"/>
              <a:t>7/7/2026</a:t>
            </a:fld>
            <a:endParaRPr lang="en-US"/>
          </a:p>
        </p:txBody>
      </p:sp>
      <p:sp>
        <p:nvSpPr>
          <p:cNvPr id="6" name="Footer Placeholder 5"/>
          <p:cNvSpPr>
            <a:spLocks noGrp="1"/>
          </p:cNvSpPr>
          <p:nvPr>
            <p:ph type="ftr" sz="quarter" idx="11"/>
          </p:nvPr>
        </p:nvSpPr>
        <p:spPr>
          <a:xfrm>
            <a:off x="4800601" y="6459787"/>
            <a:ext cx="4648200" cy="365125"/>
          </a:xfrm>
        </p:spPr>
        <p:txBody>
          <a:bodyPr/>
          <a:lstStyle>
            <a:lvl1pPr algn="l">
              <a:defRPr>
                <a:solidFill>
                  <a:schemeClr val="tx2"/>
                </a:solidFill>
              </a:defRPr>
            </a:lvl1pPr>
          </a:lstStyle>
          <a:p>
            <a:pPr lvl="0" algn="ctr"/>
            <a:r>
              <a:rPr lang="en-US" sz="800" dirty="0">
                <a:solidFill>
                  <a:schemeClr val="bg1"/>
                </a:solidFill>
                <a:latin typeface="Times New Roman" panose="02020603050405020304" pitchFamily="18" charset="0"/>
                <a:cs typeface="Times New Roman" panose="02020603050405020304" pitchFamily="18" charset="0"/>
              </a:rPr>
              <a:t>Partho Sarathi Sarker,</a:t>
            </a:r>
            <a:r>
              <a:rPr lang="en-US" sz="800" baseline="0" dirty="0">
                <a:solidFill>
                  <a:schemeClr val="bg1"/>
                </a:solidFill>
                <a:latin typeface="Times New Roman" panose="02020603050405020304" pitchFamily="18" charset="0"/>
                <a:cs typeface="Times New Roman" panose="02020603050405020304" pitchFamily="18" charset="0"/>
              </a:rPr>
              <a:t> Asst. Prof. </a:t>
            </a:r>
            <a:r>
              <a:rPr lang="en-US" sz="800" dirty="0">
                <a:solidFill>
                  <a:schemeClr val="bg1"/>
                </a:solidFill>
                <a:latin typeface="Times New Roman" panose="02020603050405020304" pitchFamily="18" charset="0"/>
                <a:cs typeface="Times New Roman" panose="02020603050405020304" pitchFamily="18" charset="0"/>
              </a:rPr>
              <a:t>Dept. of CSE</a:t>
            </a:r>
          </a:p>
          <a:p>
            <a:pPr lvl="0" algn="ctr"/>
            <a:r>
              <a:rPr lang="en-US" sz="800" dirty="0">
                <a:solidFill>
                  <a:schemeClr val="bg1"/>
                </a:solidFill>
                <a:latin typeface="Times New Roman" panose="02020603050405020304" pitchFamily="18" charset="0"/>
                <a:cs typeface="Times New Roman" panose="02020603050405020304" pitchFamily="18" charset="0"/>
              </a:rPr>
              <a:t>University of Global Village (UGV)</a:t>
            </a:r>
            <a:endParaRPr lang="en-US" sz="900" dirty="0">
              <a:solidFill>
                <a:schemeClr val="bg1"/>
              </a:solidFill>
            </a:endParaRP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D33D9D5-3F94-4D0E-99A1-5E245C39E9B7}" type="slidenum">
              <a:rPr lang="en-US" smtClean="0"/>
              <a:t>‹#›</a:t>
            </a:fld>
            <a:endParaRPr lang="en-US"/>
          </a:p>
        </p:txBody>
      </p:sp>
    </p:spTree>
    <p:extLst>
      <p:ext uri="{BB962C8B-B14F-4D97-AF65-F5344CB8AC3E}">
        <p14:creationId xmlns:p14="http://schemas.microsoft.com/office/powerpoint/2010/main" val="32056157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51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6" y="0"/>
            <a:ext cx="12191985" cy="4915076"/>
          </a:xfrm>
          <a:solidFill>
            <a:schemeClr val="bg2">
              <a:lumMod val="90000"/>
            </a:schemeClr>
          </a:solidFill>
        </p:spPr>
        <p:txBody>
          <a:bodyPr lIns="457200" tIns="457200" anchor="t"/>
          <a:lstStyle>
            <a:lvl1pPr marL="0" indent="0">
              <a:buNone/>
              <a:defRPr sz="3120"/>
            </a:lvl1pPr>
            <a:lvl2pPr marL="445770" indent="0">
              <a:buNone/>
              <a:defRPr sz="2730"/>
            </a:lvl2pPr>
            <a:lvl3pPr marL="891540" indent="0">
              <a:buNone/>
              <a:defRPr sz="2340"/>
            </a:lvl3pPr>
            <a:lvl4pPr marL="1337310" indent="0">
              <a:buNone/>
              <a:defRPr sz="1950"/>
            </a:lvl4pPr>
            <a:lvl5pPr marL="1783080" indent="0">
              <a:buNone/>
              <a:defRPr sz="1950"/>
            </a:lvl5pPr>
            <a:lvl6pPr marL="2228850" indent="0">
              <a:buNone/>
              <a:defRPr sz="1950"/>
            </a:lvl6pPr>
            <a:lvl7pPr marL="2674620" indent="0">
              <a:buNone/>
              <a:defRPr sz="1950"/>
            </a:lvl7pPr>
            <a:lvl8pPr marL="3120390" indent="0">
              <a:buNone/>
              <a:defRPr sz="1950"/>
            </a:lvl8pPr>
            <a:lvl9pPr marL="3566160" indent="0">
              <a:buNone/>
              <a:defRPr sz="195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585"/>
              </a:spcAft>
              <a:buNone/>
              <a:defRPr sz="1463">
                <a:solidFill>
                  <a:srgbClr val="FFFFFF"/>
                </a:solidFill>
              </a:defRPr>
            </a:lvl1pPr>
            <a:lvl2pPr marL="445770" indent="0">
              <a:buNone/>
              <a:defRPr sz="1170"/>
            </a:lvl2pPr>
            <a:lvl3pPr marL="891540" indent="0">
              <a:buNone/>
              <a:defRPr sz="975"/>
            </a:lvl3pPr>
            <a:lvl4pPr marL="1337310" indent="0">
              <a:buNone/>
              <a:defRPr sz="878"/>
            </a:lvl4pPr>
            <a:lvl5pPr marL="1783080" indent="0">
              <a:buNone/>
              <a:defRPr sz="878"/>
            </a:lvl5pPr>
            <a:lvl6pPr marL="2228850" indent="0">
              <a:buNone/>
              <a:defRPr sz="878"/>
            </a:lvl6pPr>
            <a:lvl7pPr marL="2674620" indent="0">
              <a:buNone/>
              <a:defRPr sz="878"/>
            </a:lvl7pPr>
            <a:lvl8pPr marL="3120390" indent="0">
              <a:buNone/>
              <a:defRPr sz="878"/>
            </a:lvl8pPr>
            <a:lvl9pPr marL="3566160" indent="0">
              <a:buNone/>
              <a:defRPr sz="878"/>
            </a:lvl9pPr>
          </a:lstStyle>
          <a:p>
            <a:pPr lvl="0"/>
            <a:r>
              <a:rPr lang="en-US"/>
              <a:t>Click to edit Master text styles</a:t>
            </a:r>
          </a:p>
        </p:txBody>
      </p:sp>
      <p:sp>
        <p:nvSpPr>
          <p:cNvPr id="5" name="Date Placeholder 4"/>
          <p:cNvSpPr>
            <a:spLocks noGrp="1"/>
          </p:cNvSpPr>
          <p:nvPr>
            <p:ph type="dt" sz="half" idx="10"/>
          </p:nvPr>
        </p:nvSpPr>
        <p:spPr/>
        <p:txBody>
          <a:bodyPr/>
          <a:lstStyle/>
          <a:p>
            <a:fld id="{B435BDF5-F85F-4DCB-BBED-0D23DECEB9F1}" type="datetime1">
              <a:rPr lang="en-US" smtClean="0"/>
              <a:t>7/7/2026</a:t>
            </a:fld>
            <a:endParaRPr lang="en-US"/>
          </a:p>
        </p:txBody>
      </p:sp>
      <p:sp>
        <p:nvSpPr>
          <p:cNvPr id="6" name="Footer Placeholder 5"/>
          <p:cNvSpPr>
            <a:spLocks noGrp="1"/>
          </p:cNvSpPr>
          <p:nvPr>
            <p:ph type="ftr" sz="quarter" idx="11"/>
          </p:nvPr>
        </p:nvSpPr>
        <p:spPr/>
        <p:txBody>
          <a:bodyPr/>
          <a:lstStyle/>
          <a:p>
            <a:pPr lvl="0" algn="ctr"/>
            <a:r>
              <a:rPr lang="en-US" sz="800" dirty="0">
                <a:solidFill>
                  <a:schemeClr val="bg1"/>
                </a:solidFill>
                <a:latin typeface="Times New Roman" panose="02020603050405020304" pitchFamily="18" charset="0"/>
                <a:cs typeface="Times New Roman" panose="02020603050405020304" pitchFamily="18" charset="0"/>
              </a:rPr>
              <a:t>Partho Sarathi Sarker,</a:t>
            </a:r>
            <a:r>
              <a:rPr lang="en-US" sz="800" baseline="0" dirty="0">
                <a:solidFill>
                  <a:schemeClr val="bg1"/>
                </a:solidFill>
                <a:latin typeface="Times New Roman" panose="02020603050405020304" pitchFamily="18" charset="0"/>
                <a:cs typeface="Times New Roman" panose="02020603050405020304" pitchFamily="18" charset="0"/>
              </a:rPr>
              <a:t> Asst. Prof. </a:t>
            </a:r>
            <a:r>
              <a:rPr lang="en-US" sz="800" dirty="0">
                <a:solidFill>
                  <a:schemeClr val="bg1"/>
                </a:solidFill>
                <a:latin typeface="Times New Roman" panose="02020603050405020304" pitchFamily="18" charset="0"/>
                <a:cs typeface="Times New Roman" panose="02020603050405020304" pitchFamily="18" charset="0"/>
              </a:rPr>
              <a:t>Dept. of CSE</a:t>
            </a:r>
          </a:p>
          <a:p>
            <a:pPr lvl="0" algn="ctr"/>
            <a:r>
              <a:rPr lang="en-US" sz="800" dirty="0">
                <a:solidFill>
                  <a:schemeClr val="bg1"/>
                </a:solidFill>
                <a:latin typeface="Times New Roman" panose="02020603050405020304" pitchFamily="18" charset="0"/>
                <a:cs typeface="Times New Roman" panose="02020603050405020304" pitchFamily="18" charset="0"/>
              </a:rPr>
              <a:t>University of Global Village (UGV)</a:t>
            </a:r>
            <a:endParaRPr lang="en-US" sz="900" dirty="0">
              <a:solidFill>
                <a:schemeClr val="bg1"/>
              </a:solidFill>
            </a:endParaRPr>
          </a:p>
        </p:txBody>
      </p:sp>
      <p:sp>
        <p:nvSpPr>
          <p:cNvPr id="7" name="Slide Number Placeholder 6"/>
          <p:cNvSpPr>
            <a:spLocks noGrp="1"/>
          </p:cNvSpPr>
          <p:nvPr>
            <p:ph type="sldNum" sz="quarter" idx="12"/>
          </p:nvPr>
        </p:nvSpPr>
        <p:spPr/>
        <p:txBody>
          <a:bodyPr/>
          <a:lstStyle/>
          <a:p>
            <a:fld id="{AD33D9D5-3F94-4D0E-99A1-5E245C39E9B7}" type="slidenum">
              <a:rPr lang="en-US" smtClean="0"/>
              <a:t>‹#›</a:t>
            </a:fld>
            <a:endParaRPr lang="en-US"/>
          </a:p>
        </p:txBody>
      </p:sp>
    </p:spTree>
    <p:extLst>
      <p:ext uri="{BB962C8B-B14F-4D97-AF65-F5344CB8AC3E}">
        <p14:creationId xmlns:p14="http://schemas.microsoft.com/office/powerpoint/2010/main" val="2370854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E65F83-5A9D-4A9D-976E-583A52619ECC}" type="datetime1">
              <a:rPr lang="en-US" smtClean="0"/>
              <a:t>7/7/2026</a:t>
            </a:fld>
            <a:endParaRPr lang="en-US"/>
          </a:p>
        </p:txBody>
      </p:sp>
      <p:sp>
        <p:nvSpPr>
          <p:cNvPr id="5" name="Footer Placeholder 4"/>
          <p:cNvSpPr>
            <a:spLocks noGrp="1"/>
          </p:cNvSpPr>
          <p:nvPr>
            <p:ph type="ftr" sz="quarter" idx="11"/>
          </p:nvPr>
        </p:nvSpPr>
        <p:spPr/>
        <p:txBody>
          <a:bodyPr/>
          <a:lstStyle/>
          <a:p>
            <a:pPr lvl="0" algn="ctr"/>
            <a:r>
              <a:rPr lang="en-US" sz="800" dirty="0">
                <a:solidFill>
                  <a:schemeClr val="bg1"/>
                </a:solidFill>
                <a:latin typeface="Times New Roman" panose="02020603050405020304" pitchFamily="18" charset="0"/>
                <a:cs typeface="Times New Roman" panose="02020603050405020304" pitchFamily="18" charset="0"/>
              </a:rPr>
              <a:t>Partho Sarathi Sarker,</a:t>
            </a:r>
            <a:r>
              <a:rPr lang="en-US" sz="800" baseline="0" dirty="0">
                <a:solidFill>
                  <a:schemeClr val="bg1"/>
                </a:solidFill>
                <a:latin typeface="Times New Roman" panose="02020603050405020304" pitchFamily="18" charset="0"/>
                <a:cs typeface="Times New Roman" panose="02020603050405020304" pitchFamily="18" charset="0"/>
              </a:rPr>
              <a:t> Asst. Prof. </a:t>
            </a:r>
            <a:r>
              <a:rPr lang="en-US" sz="800" dirty="0">
                <a:solidFill>
                  <a:schemeClr val="bg1"/>
                </a:solidFill>
                <a:latin typeface="Times New Roman" panose="02020603050405020304" pitchFamily="18" charset="0"/>
                <a:cs typeface="Times New Roman" panose="02020603050405020304" pitchFamily="18" charset="0"/>
              </a:rPr>
              <a:t>Dept. of CSE</a:t>
            </a:r>
          </a:p>
          <a:p>
            <a:pPr lvl="0" algn="ctr"/>
            <a:r>
              <a:rPr lang="en-US" sz="800" dirty="0">
                <a:solidFill>
                  <a:schemeClr val="bg1"/>
                </a:solidFill>
                <a:latin typeface="Times New Roman" panose="02020603050405020304" pitchFamily="18" charset="0"/>
                <a:cs typeface="Times New Roman" panose="02020603050405020304" pitchFamily="18" charset="0"/>
              </a:rPr>
              <a:t>University of Global Village (UGV)</a:t>
            </a:r>
            <a:endParaRPr lang="en-US" sz="900" dirty="0">
              <a:solidFill>
                <a:schemeClr val="bg1"/>
              </a:solidFill>
            </a:endParaRPr>
          </a:p>
        </p:txBody>
      </p:sp>
      <p:sp>
        <p:nvSpPr>
          <p:cNvPr id="6" name="Slide Number Placeholder 5"/>
          <p:cNvSpPr>
            <a:spLocks noGrp="1"/>
          </p:cNvSpPr>
          <p:nvPr>
            <p:ph type="sldNum" sz="quarter" idx="12"/>
          </p:nvPr>
        </p:nvSpPr>
        <p:spPr/>
        <p:txBody>
          <a:bodyPr/>
          <a:lstStyle/>
          <a:p>
            <a:fld id="{AD33D9D5-3F94-4D0E-99A1-5E245C39E9B7}" type="slidenum">
              <a:rPr lang="en-US" smtClean="0"/>
              <a:t>‹#›</a:t>
            </a:fld>
            <a:endParaRPr lang="en-US"/>
          </a:p>
        </p:txBody>
      </p:sp>
    </p:spTree>
    <p:extLst>
      <p:ext uri="{BB962C8B-B14F-4D97-AF65-F5344CB8AC3E}">
        <p14:creationId xmlns:p14="http://schemas.microsoft.com/office/powerpoint/2010/main" val="8839230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899" y="412302"/>
            <a:ext cx="2628901"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1"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F3566E-742F-4DC1-9D8E-4034231ED725}" type="datetime1">
              <a:rPr lang="en-US" smtClean="0"/>
              <a:t>7/7/2026</a:t>
            </a:fld>
            <a:endParaRPr lang="en-US"/>
          </a:p>
        </p:txBody>
      </p:sp>
      <p:sp>
        <p:nvSpPr>
          <p:cNvPr id="5" name="Footer Placeholder 4"/>
          <p:cNvSpPr>
            <a:spLocks noGrp="1"/>
          </p:cNvSpPr>
          <p:nvPr>
            <p:ph type="ftr" sz="quarter" idx="11"/>
          </p:nvPr>
        </p:nvSpPr>
        <p:spPr/>
        <p:txBody>
          <a:bodyPr/>
          <a:lstStyle/>
          <a:p>
            <a:pPr lvl="0" algn="ctr"/>
            <a:r>
              <a:rPr lang="en-US" sz="800" dirty="0">
                <a:solidFill>
                  <a:schemeClr val="bg1"/>
                </a:solidFill>
                <a:latin typeface="Times New Roman" panose="02020603050405020304" pitchFamily="18" charset="0"/>
                <a:cs typeface="Times New Roman" panose="02020603050405020304" pitchFamily="18" charset="0"/>
              </a:rPr>
              <a:t>Partho Sarathi Sarker,</a:t>
            </a:r>
            <a:r>
              <a:rPr lang="en-US" sz="800" baseline="0" dirty="0">
                <a:solidFill>
                  <a:schemeClr val="bg1"/>
                </a:solidFill>
                <a:latin typeface="Times New Roman" panose="02020603050405020304" pitchFamily="18" charset="0"/>
                <a:cs typeface="Times New Roman" panose="02020603050405020304" pitchFamily="18" charset="0"/>
              </a:rPr>
              <a:t> Asst. Prof. </a:t>
            </a:r>
            <a:r>
              <a:rPr lang="en-US" sz="800" dirty="0">
                <a:solidFill>
                  <a:schemeClr val="bg1"/>
                </a:solidFill>
                <a:latin typeface="Times New Roman" panose="02020603050405020304" pitchFamily="18" charset="0"/>
                <a:cs typeface="Times New Roman" panose="02020603050405020304" pitchFamily="18" charset="0"/>
              </a:rPr>
              <a:t>Dept. of CSE</a:t>
            </a:r>
          </a:p>
          <a:p>
            <a:pPr lvl="0" algn="ctr"/>
            <a:r>
              <a:rPr lang="en-US" sz="800" dirty="0">
                <a:solidFill>
                  <a:schemeClr val="bg1"/>
                </a:solidFill>
                <a:latin typeface="Times New Roman" panose="02020603050405020304" pitchFamily="18" charset="0"/>
                <a:cs typeface="Times New Roman" panose="02020603050405020304" pitchFamily="18" charset="0"/>
              </a:rPr>
              <a:t>University of Global Village (UGV)</a:t>
            </a:r>
            <a:endParaRPr lang="en-US" sz="900" dirty="0">
              <a:solidFill>
                <a:schemeClr val="bg1"/>
              </a:solidFill>
            </a:endParaRPr>
          </a:p>
        </p:txBody>
      </p:sp>
      <p:sp>
        <p:nvSpPr>
          <p:cNvPr id="6" name="Slide Number Placeholder 5"/>
          <p:cNvSpPr>
            <a:spLocks noGrp="1"/>
          </p:cNvSpPr>
          <p:nvPr>
            <p:ph type="sldNum" sz="quarter" idx="12"/>
          </p:nvPr>
        </p:nvSpPr>
        <p:spPr/>
        <p:txBody>
          <a:bodyPr/>
          <a:lstStyle/>
          <a:p>
            <a:fld id="{AD33D9D5-3F94-4D0E-99A1-5E245C39E9B7}" type="slidenum">
              <a:rPr lang="en-US" smtClean="0"/>
              <a:t>‹#›</a:t>
            </a:fld>
            <a:endParaRPr lang="en-US"/>
          </a:p>
        </p:txBody>
      </p:sp>
    </p:spTree>
    <p:extLst>
      <p:ext uri="{BB962C8B-B14F-4D97-AF65-F5344CB8AC3E}">
        <p14:creationId xmlns:p14="http://schemas.microsoft.com/office/powerpoint/2010/main" val="27354946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0875CCB-091D-4A1A-94F5-3D92633D7266}" type="datetime1">
              <a:rPr lang="en-US" smtClean="0"/>
              <a:t>7/7/2026</a:t>
            </a:fld>
            <a:endParaRPr lang="en-US"/>
          </a:p>
        </p:txBody>
      </p:sp>
      <p:sp>
        <p:nvSpPr>
          <p:cNvPr id="4" name="Footer Placeholder 3"/>
          <p:cNvSpPr>
            <a:spLocks noGrp="1"/>
          </p:cNvSpPr>
          <p:nvPr>
            <p:ph type="ftr" sz="quarter" idx="11"/>
          </p:nvPr>
        </p:nvSpPr>
        <p:spPr/>
        <p:txBody>
          <a:bodyPr/>
          <a:lstStyle/>
          <a:p>
            <a:pPr lvl="0" algn="ctr"/>
            <a:r>
              <a:rPr lang="en-US" sz="800" dirty="0">
                <a:solidFill>
                  <a:schemeClr val="bg1"/>
                </a:solidFill>
                <a:latin typeface="Times New Roman" panose="02020603050405020304" pitchFamily="18" charset="0"/>
                <a:cs typeface="Times New Roman" panose="02020603050405020304" pitchFamily="18" charset="0"/>
              </a:rPr>
              <a:t>Partho Sarathi Sarker,</a:t>
            </a:r>
            <a:r>
              <a:rPr lang="en-US" sz="800" baseline="0" dirty="0">
                <a:solidFill>
                  <a:schemeClr val="bg1"/>
                </a:solidFill>
                <a:latin typeface="Times New Roman" panose="02020603050405020304" pitchFamily="18" charset="0"/>
                <a:cs typeface="Times New Roman" panose="02020603050405020304" pitchFamily="18" charset="0"/>
              </a:rPr>
              <a:t> Asst. Prof. </a:t>
            </a:r>
            <a:r>
              <a:rPr lang="en-US" sz="800" dirty="0">
                <a:solidFill>
                  <a:schemeClr val="bg1"/>
                </a:solidFill>
                <a:latin typeface="Times New Roman" panose="02020603050405020304" pitchFamily="18" charset="0"/>
                <a:cs typeface="Times New Roman" panose="02020603050405020304" pitchFamily="18" charset="0"/>
              </a:rPr>
              <a:t>Dept. of CSE</a:t>
            </a:r>
          </a:p>
          <a:p>
            <a:pPr lvl="0" algn="ctr"/>
            <a:r>
              <a:rPr lang="en-US" sz="800" dirty="0">
                <a:solidFill>
                  <a:schemeClr val="bg1"/>
                </a:solidFill>
                <a:latin typeface="Times New Roman" panose="02020603050405020304" pitchFamily="18" charset="0"/>
                <a:cs typeface="Times New Roman" panose="02020603050405020304" pitchFamily="18" charset="0"/>
              </a:rPr>
              <a:t>University of Global Village (UGV)</a:t>
            </a:r>
            <a:endParaRPr lang="en-US" sz="900" dirty="0">
              <a:solidFill>
                <a:schemeClr val="bg1"/>
              </a:solidFill>
            </a:endParaRPr>
          </a:p>
        </p:txBody>
      </p:sp>
      <p:sp>
        <p:nvSpPr>
          <p:cNvPr id="5" name="Slide Number Placeholder 4"/>
          <p:cNvSpPr>
            <a:spLocks noGrp="1"/>
          </p:cNvSpPr>
          <p:nvPr>
            <p:ph type="sldNum" sz="quarter" idx="12"/>
          </p:nvPr>
        </p:nvSpPr>
        <p:spPr/>
        <p:txBody>
          <a:bodyPr/>
          <a:lstStyle/>
          <a:p>
            <a:fld id="{AD33D9D5-3F94-4D0E-99A1-5E245C39E9B7}" type="slidenum">
              <a:rPr lang="en-US" smtClean="0"/>
              <a:pPr/>
              <a:t>‹#›</a:t>
            </a:fld>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11417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F69641-9977-AE5D-197E-E9C529504A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3A6AEA-8865-A26B-40D6-0E09C8F0C3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99A260-3D28-7574-D112-7AD0B5314E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889703-CB81-4CE1-AF10-D6A9635ACD68}" type="datetimeFigureOut">
              <a:rPr lang="en-US" smtClean="0"/>
              <a:t>7/7/2026</a:t>
            </a:fld>
            <a:endParaRPr lang="en-US"/>
          </a:p>
        </p:txBody>
      </p:sp>
      <p:sp>
        <p:nvSpPr>
          <p:cNvPr id="5" name="Footer Placeholder 4">
            <a:extLst>
              <a:ext uri="{FF2B5EF4-FFF2-40B4-BE49-F238E27FC236}">
                <a16:creationId xmlns:a16="http://schemas.microsoft.com/office/drawing/2014/main" id="{DF6862E3-5940-DF9C-D0D3-BB5FF1C68A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AA78A1F-B490-F66A-FF53-7C34F4ABF5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F1DCA8-1FAB-4684-A311-73F1479E7150}" type="slidenum">
              <a:rPr lang="en-US" smtClean="0"/>
              <a:t>‹#›</a:t>
            </a:fld>
            <a:endParaRPr lang="en-US"/>
          </a:p>
        </p:txBody>
      </p:sp>
    </p:spTree>
    <p:extLst>
      <p:ext uri="{BB962C8B-B14F-4D97-AF65-F5344CB8AC3E}">
        <p14:creationId xmlns:p14="http://schemas.microsoft.com/office/powerpoint/2010/main" val="35740761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6"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5"/>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1" y="6459787"/>
            <a:ext cx="2472271" cy="365125"/>
          </a:xfrm>
          <a:prstGeom prst="rect">
            <a:avLst/>
          </a:prstGeom>
        </p:spPr>
        <p:txBody>
          <a:bodyPr vert="horz" lIns="91440" tIns="45720" rIns="91440" bIns="45720" rtlCol="0" anchor="ctr"/>
          <a:lstStyle>
            <a:lvl1pPr algn="l">
              <a:defRPr sz="878">
                <a:solidFill>
                  <a:srgbClr val="FFFFFF"/>
                </a:solidFill>
              </a:defRPr>
            </a:lvl1pPr>
          </a:lstStyle>
          <a:p>
            <a:fld id="{EFACC56F-5C24-46F7-A615-39268458F932}" type="datetime1">
              <a:rPr lang="en-US" smtClean="0"/>
              <a:t>7/7/2026</a:t>
            </a:fld>
            <a:endParaRPr lang="en-US"/>
          </a:p>
        </p:txBody>
      </p:sp>
      <p:sp>
        <p:nvSpPr>
          <p:cNvPr id="5" name="Footer Placeholder 4"/>
          <p:cNvSpPr>
            <a:spLocks noGrp="1"/>
          </p:cNvSpPr>
          <p:nvPr>
            <p:ph type="ftr" sz="quarter" idx="3"/>
          </p:nvPr>
        </p:nvSpPr>
        <p:spPr>
          <a:xfrm>
            <a:off x="3686185" y="6459787"/>
            <a:ext cx="4822804" cy="365125"/>
          </a:xfrm>
          <a:prstGeom prst="rect">
            <a:avLst/>
          </a:prstGeom>
        </p:spPr>
        <p:txBody>
          <a:bodyPr vert="horz" lIns="91440" tIns="45720" rIns="91440" bIns="45720" rtlCol="0" anchor="ctr"/>
          <a:lstStyle>
            <a:lvl1pPr algn="ctr">
              <a:defRPr sz="878"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7"/>
            <a:ext cx="1312025" cy="365125"/>
          </a:xfrm>
          <a:prstGeom prst="rect">
            <a:avLst/>
          </a:prstGeom>
        </p:spPr>
        <p:txBody>
          <a:bodyPr vert="horz" lIns="91440" tIns="45720" rIns="91440" bIns="45720" rtlCol="0" anchor="ctr"/>
          <a:lstStyle>
            <a:lvl1pPr algn="r">
              <a:defRPr sz="1024">
                <a:solidFill>
                  <a:srgbClr val="FFFFFF"/>
                </a:solidFill>
              </a:defRPr>
            </a:lvl1pPr>
          </a:lstStyle>
          <a:p>
            <a:fld id="{AD33D9D5-3F94-4D0E-99A1-5E245C39E9B7}"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86275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hf hdr="0" ftr="0"/>
  <p:txStyles>
    <p:titleStyle>
      <a:lvl1pPr algn="l" defTabSz="891540" rtl="0" eaLnBrk="1" latinLnBrk="0" hangingPunct="1">
        <a:lnSpc>
          <a:spcPct val="85000"/>
        </a:lnSpc>
        <a:spcBef>
          <a:spcPct val="0"/>
        </a:spcBef>
        <a:buNone/>
        <a:defRPr sz="4680" kern="1200" spc="-49" baseline="0">
          <a:solidFill>
            <a:schemeClr val="tx1">
              <a:lumMod val="75000"/>
              <a:lumOff val="25000"/>
            </a:schemeClr>
          </a:solidFill>
          <a:latin typeface="+mj-lt"/>
          <a:ea typeface="+mj-ea"/>
          <a:cs typeface="+mj-cs"/>
        </a:defRPr>
      </a:lvl1pPr>
    </p:titleStyle>
    <p:bodyStyle>
      <a:lvl1pPr marL="89154" indent="-89154" algn="l" defTabSz="891540" rtl="0" eaLnBrk="1" latinLnBrk="0" hangingPunct="1">
        <a:lnSpc>
          <a:spcPct val="90000"/>
        </a:lnSpc>
        <a:spcBef>
          <a:spcPts val="1170"/>
        </a:spcBef>
        <a:spcAft>
          <a:spcPts val="195"/>
        </a:spcAft>
        <a:buClr>
          <a:schemeClr val="accent1"/>
        </a:buClr>
        <a:buSzPct val="100000"/>
        <a:buFont typeface="Calibri" panose="020F0502020204030204" pitchFamily="34" charset="0"/>
        <a:buChar char=" "/>
        <a:defRPr sz="1950" kern="1200">
          <a:solidFill>
            <a:schemeClr val="tx1">
              <a:lumMod val="75000"/>
              <a:lumOff val="25000"/>
            </a:schemeClr>
          </a:solidFill>
          <a:latin typeface="+mn-lt"/>
          <a:ea typeface="+mn-ea"/>
          <a:cs typeface="+mn-cs"/>
        </a:defRPr>
      </a:lvl1pPr>
      <a:lvl2pPr marL="374447" indent="-178308" algn="l" defTabSz="891540" rtl="0" eaLnBrk="1" latinLnBrk="0" hangingPunct="1">
        <a:lnSpc>
          <a:spcPct val="90000"/>
        </a:lnSpc>
        <a:spcBef>
          <a:spcPts val="195"/>
        </a:spcBef>
        <a:spcAft>
          <a:spcPts val="390"/>
        </a:spcAft>
        <a:buClr>
          <a:schemeClr val="accent1"/>
        </a:buClr>
        <a:buFont typeface="Calibri" pitchFamily="34" charset="0"/>
        <a:buChar char="◦"/>
        <a:defRPr sz="1755" kern="1200">
          <a:solidFill>
            <a:schemeClr val="tx1">
              <a:lumMod val="75000"/>
              <a:lumOff val="25000"/>
            </a:schemeClr>
          </a:solidFill>
          <a:latin typeface="+mn-lt"/>
          <a:ea typeface="+mn-ea"/>
          <a:cs typeface="+mn-cs"/>
        </a:defRPr>
      </a:lvl2pPr>
      <a:lvl3pPr marL="552755" indent="-178308" algn="l" defTabSz="891540" rtl="0" eaLnBrk="1" latinLnBrk="0" hangingPunct="1">
        <a:lnSpc>
          <a:spcPct val="90000"/>
        </a:lnSpc>
        <a:spcBef>
          <a:spcPts val="195"/>
        </a:spcBef>
        <a:spcAft>
          <a:spcPts val="390"/>
        </a:spcAft>
        <a:buClr>
          <a:schemeClr val="accent1"/>
        </a:buClr>
        <a:buFont typeface="Calibri" pitchFamily="34" charset="0"/>
        <a:buChar char="◦"/>
        <a:defRPr sz="1365" kern="1200">
          <a:solidFill>
            <a:schemeClr val="tx1">
              <a:lumMod val="75000"/>
              <a:lumOff val="25000"/>
            </a:schemeClr>
          </a:solidFill>
          <a:latin typeface="+mn-lt"/>
          <a:ea typeface="+mn-ea"/>
          <a:cs typeface="+mn-cs"/>
        </a:defRPr>
      </a:lvl3pPr>
      <a:lvl4pPr marL="731063" indent="-178308" algn="l" defTabSz="891540" rtl="0" eaLnBrk="1" latinLnBrk="0" hangingPunct="1">
        <a:lnSpc>
          <a:spcPct val="90000"/>
        </a:lnSpc>
        <a:spcBef>
          <a:spcPts val="195"/>
        </a:spcBef>
        <a:spcAft>
          <a:spcPts val="390"/>
        </a:spcAft>
        <a:buClr>
          <a:schemeClr val="accent1"/>
        </a:buClr>
        <a:buFont typeface="Calibri" pitchFamily="34" charset="0"/>
        <a:buChar char="◦"/>
        <a:defRPr sz="1365" kern="1200">
          <a:solidFill>
            <a:schemeClr val="tx1">
              <a:lumMod val="75000"/>
              <a:lumOff val="25000"/>
            </a:schemeClr>
          </a:solidFill>
          <a:latin typeface="+mn-lt"/>
          <a:ea typeface="+mn-ea"/>
          <a:cs typeface="+mn-cs"/>
        </a:defRPr>
      </a:lvl4pPr>
      <a:lvl5pPr marL="909371" indent="-178308" algn="l" defTabSz="891540" rtl="0" eaLnBrk="1" latinLnBrk="0" hangingPunct="1">
        <a:lnSpc>
          <a:spcPct val="90000"/>
        </a:lnSpc>
        <a:spcBef>
          <a:spcPts val="195"/>
        </a:spcBef>
        <a:spcAft>
          <a:spcPts val="390"/>
        </a:spcAft>
        <a:buClr>
          <a:schemeClr val="accent1"/>
        </a:buClr>
        <a:buFont typeface="Calibri" pitchFamily="34" charset="0"/>
        <a:buChar char="◦"/>
        <a:defRPr sz="1365" kern="1200">
          <a:solidFill>
            <a:schemeClr val="tx1">
              <a:lumMod val="75000"/>
              <a:lumOff val="25000"/>
            </a:schemeClr>
          </a:solidFill>
          <a:latin typeface="+mn-lt"/>
          <a:ea typeface="+mn-ea"/>
          <a:cs typeface="+mn-cs"/>
        </a:defRPr>
      </a:lvl5pPr>
      <a:lvl6pPr marL="1072500" indent="-222885" algn="l" defTabSz="891540" rtl="0" eaLnBrk="1" latinLnBrk="0" hangingPunct="1">
        <a:lnSpc>
          <a:spcPct val="90000"/>
        </a:lnSpc>
        <a:spcBef>
          <a:spcPts val="195"/>
        </a:spcBef>
        <a:spcAft>
          <a:spcPts val="390"/>
        </a:spcAft>
        <a:buClr>
          <a:schemeClr val="accent1"/>
        </a:buClr>
        <a:buFont typeface="Calibri" pitchFamily="34" charset="0"/>
        <a:buChar char="◦"/>
        <a:defRPr sz="1365" kern="1200">
          <a:solidFill>
            <a:schemeClr val="tx1">
              <a:lumMod val="75000"/>
              <a:lumOff val="25000"/>
            </a:schemeClr>
          </a:solidFill>
          <a:latin typeface="+mn-lt"/>
          <a:ea typeface="+mn-ea"/>
          <a:cs typeface="+mn-cs"/>
        </a:defRPr>
      </a:lvl6pPr>
      <a:lvl7pPr marL="1267500" indent="-222885" algn="l" defTabSz="891540" rtl="0" eaLnBrk="1" latinLnBrk="0" hangingPunct="1">
        <a:lnSpc>
          <a:spcPct val="90000"/>
        </a:lnSpc>
        <a:spcBef>
          <a:spcPts val="195"/>
        </a:spcBef>
        <a:spcAft>
          <a:spcPts val="390"/>
        </a:spcAft>
        <a:buClr>
          <a:schemeClr val="accent1"/>
        </a:buClr>
        <a:buFont typeface="Calibri" pitchFamily="34" charset="0"/>
        <a:buChar char="◦"/>
        <a:defRPr sz="1365" kern="1200">
          <a:solidFill>
            <a:schemeClr val="tx1">
              <a:lumMod val="75000"/>
              <a:lumOff val="25000"/>
            </a:schemeClr>
          </a:solidFill>
          <a:latin typeface="+mn-lt"/>
          <a:ea typeface="+mn-ea"/>
          <a:cs typeface="+mn-cs"/>
        </a:defRPr>
      </a:lvl7pPr>
      <a:lvl8pPr marL="1462500" indent="-222885" algn="l" defTabSz="891540" rtl="0" eaLnBrk="1" latinLnBrk="0" hangingPunct="1">
        <a:lnSpc>
          <a:spcPct val="90000"/>
        </a:lnSpc>
        <a:spcBef>
          <a:spcPts val="195"/>
        </a:spcBef>
        <a:spcAft>
          <a:spcPts val="390"/>
        </a:spcAft>
        <a:buClr>
          <a:schemeClr val="accent1"/>
        </a:buClr>
        <a:buFont typeface="Calibri" pitchFamily="34" charset="0"/>
        <a:buChar char="◦"/>
        <a:defRPr sz="1365" kern="1200">
          <a:solidFill>
            <a:schemeClr val="tx1">
              <a:lumMod val="75000"/>
              <a:lumOff val="25000"/>
            </a:schemeClr>
          </a:solidFill>
          <a:latin typeface="+mn-lt"/>
          <a:ea typeface="+mn-ea"/>
          <a:cs typeface="+mn-cs"/>
        </a:defRPr>
      </a:lvl8pPr>
      <a:lvl9pPr marL="1657500" indent="-222885" algn="l" defTabSz="891540" rtl="0" eaLnBrk="1" latinLnBrk="0" hangingPunct="1">
        <a:lnSpc>
          <a:spcPct val="90000"/>
        </a:lnSpc>
        <a:spcBef>
          <a:spcPts val="195"/>
        </a:spcBef>
        <a:spcAft>
          <a:spcPts val="390"/>
        </a:spcAft>
        <a:buClr>
          <a:schemeClr val="accent1"/>
        </a:buClr>
        <a:buFont typeface="Calibri" pitchFamily="34" charset="0"/>
        <a:buChar char="◦"/>
        <a:defRPr sz="1365" kern="1200">
          <a:solidFill>
            <a:schemeClr val="tx1">
              <a:lumMod val="75000"/>
              <a:lumOff val="25000"/>
            </a:schemeClr>
          </a:solidFill>
          <a:latin typeface="+mn-lt"/>
          <a:ea typeface="+mn-ea"/>
          <a:cs typeface="+mn-cs"/>
        </a:defRPr>
      </a:lvl9pPr>
    </p:bodyStyle>
    <p:otherStyle>
      <a:defPPr>
        <a:defRPr lang="en-US"/>
      </a:defPPr>
      <a:lvl1pPr marL="0" algn="l" defTabSz="891540" rtl="0" eaLnBrk="1" latinLnBrk="0" hangingPunct="1">
        <a:defRPr sz="1755" kern="1200">
          <a:solidFill>
            <a:schemeClr val="tx1"/>
          </a:solidFill>
          <a:latin typeface="+mn-lt"/>
          <a:ea typeface="+mn-ea"/>
          <a:cs typeface="+mn-cs"/>
        </a:defRPr>
      </a:lvl1pPr>
      <a:lvl2pPr marL="445770" algn="l" defTabSz="891540" rtl="0" eaLnBrk="1" latinLnBrk="0" hangingPunct="1">
        <a:defRPr sz="1755" kern="1200">
          <a:solidFill>
            <a:schemeClr val="tx1"/>
          </a:solidFill>
          <a:latin typeface="+mn-lt"/>
          <a:ea typeface="+mn-ea"/>
          <a:cs typeface="+mn-cs"/>
        </a:defRPr>
      </a:lvl2pPr>
      <a:lvl3pPr marL="891540" algn="l" defTabSz="891540" rtl="0" eaLnBrk="1" latinLnBrk="0" hangingPunct="1">
        <a:defRPr sz="1755" kern="1200">
          <a:solidFill>
            <a:schemeClr val="tx1"/>
          </a:solidFill>
          <a:latin typeface="+mn-lt"/>
          <a:ea typeface="+mn-ea"/>
          <a:cs typeface="+mn-cs"/>
        </a:defRPr>
      </a:lvl3pPr>
      <a:lvl4pPr marL="1337310" algn="l" defTabSz="891540" rtl="0" eaLnBrk="1" latinLnBrk="0" hangingPunct="1">
        <a:defRPr sz="1755" kern="1200">
          <a:solidFill>
            <a:schemeClr val="tx1"/>
          </a:solidFill>
          <a:latin typeface="+mn-lt"/>
          <a:ea typeface="+mn-ea"/>
          <a:cs typeface="+mn-cs"/>
        </a:defRPr>
      </a:lvl4pPr>
      <a:lvl5pPr marL="1783080" algn="l" defTabSz="891540" rtl="0" eaLnBrk="1" latinLnBrk="0" hangingPunct="1">
        <a:defRPr sz="1755" kern="1200">
          <a:solidFill>
            <a:schemeClr val="tx1"/>
          </a:solidFill>
          <a:latin typeface="+mn-lt"/>
          <a:ea typeface="+mn-ea"/>
          <a:cs typeface="+mn-cs"/>
        </a:defRPr>
      </a:lvl5pPr>
      <a:lvl6pPr marL="2228850" algn="l" defTabSz="891540" rtl="0" eaLnBrk="1" latinLnBrk="0" hangingPunct="1">
        <a:defRPr sz="1755" kern="1200">
          <a:solidFill>
            <a:schemeClr val="tx1"/>
          </a:solidFill>
          <a:latin typeface="+mn-lt"/>
          <a:ea typeface="+mn-ea"/>
          <a:cs typeface="+mn-cs"/>
        </a:defRPr>
      </a:lvl6pPr>
      <a:lvl7pPr marL="2674620" algn="l" defTabSz="891540" rtl="0" eaLnBrk="1" latinLnBrk="0" hangingPunct="1">
        <a:defRPr sz="1755" kern="1200">
          <a:solidFill>
            <a:schemeClr val="tx1"/>
          </a:solidFill>
          <a:latin typeface="+mn-lt"/>
          <a:ea typeface="+mn-ea"/>
          <a:cs typeface="+mn-cs"/>
        </a:defRPr>
      </a:lvl7pPr>
      <a:lvl8pPr marL="3120390" algn="l" defTabSz="891540" rtl="0" eaLnBrk="1" latinLnBrk="0" hangingPunct="1">
        <a:defRPr sz="1755" kern="1200">
          <a:solidFill>
            <a:schemeClr val="tx1"/>
          </a:solidFill>
          <a:latin typeface="+mn-lt"/>
          <a:ea typeface="+mn-ea"/>
          <a:cs typeface="+mn-cs"/>
        </a:defRPr>
      </a:lvl8pPr>
      <a:lvl9pPr marL="3566160" algn="l" defTabSz="891540" rtl="0" eaLnBrk="1" latinLnBrk="0" hangingPunct="1">
        <a:defRPr sz="1755"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69497" y="2374638"/>
            <a:ext cx="1574297" cy="385291"/>
          </a:xfrm>
          <a:prstGeom prst="rect">
            <a:avLst/>
          </a:prstGeom>
        </p:spPr>
        <p:txBody>
          <a:bodyPr wrap="square">
            <a:spAutoFit/>
          </a:bodyPr>
          <a:lstStyle/>
          <a:p>
            <a:pPr defTabSz="457200"/>
            <a:endParaRPr lang="en-US" sz="1926" b="1" dirty="0">
              <a:solidFill>
                <a:prstClr val="black"/>
              </a:solidFill>
              <a:latin typeface="Times New Roman" panose="02020603050405020304" pitchFamily="18" charset="0"/>
              <a:cs typeface="Times New Roman" panose="02020603050405020304" pitchFamily="18" charset="0"/>
            </a:endParaRPr>
          </a:p>
        </p:txBody>
      </p:sp>
      <p:sp>
        <p:nvSpPr>
          <p:cNvPr id="12" name="Title 1"/>
          <p:cNvSpPr>
            <a:spLocks noGrp="1"/>
          </p:cNvSpPr>
          <p:nvPr>
            <p:ph type="ctrTitle"/>
          </p:nvPr>
        </p:nvSpPr>
        <p:spPr>
          <a:xfrm>
            <a:off x="770681" y="2060420"/>
            <a:ext cx="11137219" cy="885985"/>
          </a:xfrm>
        </p:spPr>
        <p:txBody>
          <a:bodyPr>
            <a:noAutofit/>
          </a:bodyPr>
          <a:lstStyle/>
          <a:p>
            <a:pPr algn="ctr"/>
            <a:r>
              <a:rPr lang="en-GB" sz="4800" dirty="0">
                <a:solidFill>
                  <a:schemeClr val="tx1"/>
                </a:solidFill>
                <a:cs typeface="Times New Roman" panose="02020603050405020304" pitchFamily="18" charset="0"/>
              </a:rPr>
              <a:t>CSE0613-2201 System Analysis &amp; Design</a:t>
            </a:r>
            <a:endParaRPr lang="en-US" sz="4800" dirty="0">
              <a:solidFill>
                <a:schemeClr val="tx1"/>
              </a:solidFill>
              <a:latin typeface="Century Gothic (Headings)"/>
              <a:cs typeface="Times New Roman" panose="02020603050405020304" pitchFamily="18" charset="0"/>
            </a:endParaRPr>
          </a:p>
        </p:txBody>
      </p:sp>
      <p:sp>
        <p:nvSpPr>
          <p:cNvPr id="2" name="Rectangle 1"/>
          <p:cNvSpPr/>
          <p:nvPr/>
        </p:nvSpPr>
        <p:spPr>
          <a:xfrm>
            <a:off x="2750218" y="4104527"/>
            <a:ext cx="7351401" cy="2398632"/>
          </a:xfrm>
          <a:prstGeom prst="rect">
            <a:avLst/>
          </a:prstGeom>
        </p:spPr>
        <p:txBody>
          <a:bodyPr/>
          <a:lstStyle/>
          <a:p>
            <a:pPr algn="ctr" defTabSz="457200"/>
            <a:endParaRPr lang="en-US" sz="2000" b="1" dirty="0">
              <a:solidFill>
                <a:prstClr val="black"/>
              </a:solidFill>
              <a:latin typeface="Calibri Light (Headings)"/>
              <a:cs typeface="Times New Roman" panose="02020603050405020304" pitchFamily="18" charset="0"/>
            </a:endParaRPr>
          </a:p>
          <a:p>
            <a:pPr algn="ctr" defTabSz="457200"/>
            <a:r>
              <a:rPr lang="en-US" sz="2400" dirty="0">
                <a:solidFill>
                  <a:prstClr val="black"/>
                </a:solidFill>
                <a:latin typeface="Times New Roman" panose="02020603050405020304" pitchFamily="18" charset="0"/>
                <a:cs typeface="Times New Roman" panose="02020603050405020304" pitchFamily="18" charset="0"/>
              </a:rPr>
              <a:t>Partho Sarathi Sarker</a:t>
            </a:r>
          </a:p>
          <a:p>
            <a:pPr algn="ctr" defTabSz="457200"/>
            <a:r>
              <a:rPr lang="en-US" sz="2400" dirty="0">
                <a:solidFill>
                  <a:prstClr val="black"/>
                </a:solidFill>
                <a:latin typeface="Times New Roman" panose="02020603050405020304" pitchFamily="18" charset="0"/>
                <a:cs typeface="Times New Roman" panose="02020603050405020304" pitchFamily="18" charset="0"/>
              </a:rPr>
              <a:t>Asst. Professor</a:t>
            </a:r>
          </a:p>
          <a:p>
            <a:pPr algn="ctr" defTabSz="457200"/>
            <a:r>
              <a:rPr lang="en-US" sz="2400" dirty="0">
                <a:solidFill>
                  <a:prstClr val="black"/>
                </a:solidFill>
                <a:latin typeface="Times New Roman" panose="02020603050405020304" pitchFamily="18" charset="0"/>
                <a:cs typeface="Times New Roman" panose="02020603050405020304" pitchFamily="18" charset="0"/>
              </a:rPr>
              <a:t>Dept. of Computer Science and Engineering(CSE)</a:t>
            </a:r>
          </a:p>
          <a:p>
            <a:pPr algn="ctr" defTabSz="457200"/>
            <a:r>
              <a:rPr lang="en-US" sz="2400" dirty="0">
                <a:solidFill>
                  <a:prstClr val="black"/>
                </a:solidFill>
                <a:latin typeface="Times New Roman" panose="02020603050405020304" pitchFamily="18" charset="0"/>
                <a:cs typeface="Times New Roman" panose="02020603050405020304" pitchFamily="18" charset="0"/>
              </a:rPr>
              <a:t>University of Global Village (UGV)</a:t>
            </a:r>
            <a:br>
              <a:rPr lang="en-US" dirty="0">
                <a:solidFill>
                  <a:prstClr val="black"/>
                </a:solidFill>
                <a:latin typeface="Calibri Light (Headings)"/>
                <a:cs typeface="Times New Roman" panose="02020603050405020304" pitchFamily="18" charset="0"/>
              </a:rPr>
            </a:br>
            <a:br>
              <a:rPr lang="en-US" dirty="0">
                <a:solidFill>
                  <a:prstClr val="black"/>
                </a:solidFill>
                <a:latin typeface="Calibri Light (Headings)"/>
                <a:cs typeface="Times New Roman" panose="02020603050405020304" pitchFamily="18" charset="0"/>
              </a:rPr>
            </a:br>
            <a:endParaRPr lang="en-US" dirty="0">
              <a:solidFill>
                <a:prstClr val="black"/>
              </a:solidFill>
              <a:latin typeface="Calibri" panose="020F0502020204030204"/>
            </a:endParaRPr>
          </a:p>
        </p:txBody>
      </p:sp>
      <p:sp>
        <p:nvSpPr>
          <p:cNvPr id="3" name="Rectangle 2"/>
          <p:cNvSpPr/>
          <p:nvPr/>
        </p:nvSpPr>
        <p:spPr>
          <a:xfrm>
            <a:off x="1683027" y="3074146"/>
            <a:ext cx="9283147" cy="523220"/>
          </a:xfrm>
          <a:prstGeom prst="rect">
            <a:avLst/>
          </a:prstGeom>
        </p:spPr>
        <p:txBody>
          <a:bodyPr wrap="square">
            <a:spAutoFit/>
          </a:bodyPr>
          <a:lstStyle/>
          <a:p>
            <a:pPr marL="55244" algn="ctr" defTabSz="457200">
              <a:spcBef>
                <a:spcPts val="135"/>
              </a:spcBef>
            </a:pPr>
            <a:r>
              <a:rPr lang="en-GB" sz="2800" b="1" spc="15" dirty="0">
                <a:solidFill>
                  <a:prstClr val="black"/>
                </a:solidFill>
                <a:latin typeface="Calibri" panose="020F0502020204030204"/>
              </a:rPr>
              <a:t>Systems Analysis and Design</a:t>
            </a:r>
          </a:p>
        </p:txBody>
      </p:sp>
      <p:pic>
        <p:nvPicPr>
          <p:cNvPr id="7" name="Picture 14" descr="https://lh3.googleusercontent.com/Be1KqK94TxpMAIj2y0VLTL3PCZaIjByC9Cv-SBZf0RX9rUxrQXcF-giF_BnWY4BpFQUydqIyouvj8qoBgCiYEFt3QjWQa-hJOb-aLOv2ojS4xSrMWHKDa10oAspvQSSF42fRCnBtvjSHbB8awqqP4M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5964" y="212696"/>
            <a:ext cx="1566387" cy="2007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89104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10A36-1A0F-F2E2-260F-4D6161EF7D59}"/>
              </a:ext>
            </a:extLst>
          </p:cNvPr>
          <p:cNvSpPr>
            <a:spLocks noGrp="1"/>
          </p:cNvSpPr>
          <p:nvPr>
            <p:ph type="title"/>
          </p:nvPr>
        </p:nvSpPr>
        <p:spPr>
          <a:xfrm>
            <a:off x="1222248" y="286605"/>
            <a:ext cx="9806940" cy="4782353"/>
          </a:xfrm>
        </p:spPr>
        <p:txBody>
          <a:bodyPr>
            <a:normAutofit/>
          </a:bodyPr>
          <a:lstStyle/>
          <a:p>
            <a:pPr algn="ctr"/>
            <a:r>
              <a:rPr lang="en-US" dirty="0"/>
              <a:t>Week 5,6</a:t>
            </a:r>
            <a:br>
              <a:rPr lang="en-US" dirty="0"/>
            </a:br>
            <a:r>
              <a:rPr lang="en-US" i="0" dirty="0">
                <a:solidFill>
                  <a:srgbClr val="000000"/>
                </a:solidFill>
                <a:effectLst/>
                <a:latin typeface="var(--ff-lato)"/>
              </a:rPr>
              <a:t>Differences between System Analysis and System Design, Role of System Analyst, </a:t>
            </a:r>
            <a:r>
              <a:rPr lang="en-US" b="1" dirty="0"/>
              <a:t>Qualities of the System Analyst,</a:t>
            </a:r>
          </a:p>
        </p:txBody>
      </p:sp>
      <p:sp>
        <p:nvSpPr>
          <p:cNvPr id="4" name="Date Placeholder 3">
            <a:extLst>
              <a:ext uri="{FF2B5EF4-FFF2-40B4-BE49-F238E27FC236}">
                <a16:creationId xmlns:a16="http://schemas.microsoft.com/office/drawing/2014/main" id="{362E36BB-0054-34D7-DA81-5D1CB7D8BD35}"/>
              </a:ext>
            </a:extLst>
          </p:cNvPr>
          <p:cNvSpPr>
            <a:spLocks noGrp="1"/>
          </p:cNvSpPr>
          <p:nvPr>
            <p:ph type="dt" sz="half" idx="10"/>
          </p:nvPr>
        </p:nvSpPr>
        <p:spPr/>
        <p:txBody>
          <a:bodyPr/>
          <a:lstStyle/>
          <a:p>
            <a:pPr defTabSz="457200"/>
            <a:fld id="{3A38C0D9-1C1A-43C3-849A-4C12950DC872}" type="datetime1">
              <a:rPr lang="en-US">
                <a:latin typeface="Calibri" panose="020F0502020204030204"/>
              </a:rPr>
              <a:pPr defTabSz="457200"/>
              <a:t>7/7/2026</a:t>
            </a:fld>
            <a:endParaRPr lang="en-US" dirty="0">
              <a:latin typeface="Calibri" panose="020F0502020204030204"/>
            </a:endParaRPr>
          </a:p>
        </p:txBody>
      </p:sp>
      <p:sp>
        <p:nvSpPr>
          <p:cNvPr id="5" name="Slide Number Placeholder 4">
            <a:extLst>
              <a:ext uri="{FF2B5EF4-FFF2-40B4-BE49-F238E27FC236}">
                <a16:creationId xmlns:a16="http://schemas.microsoft.com/office/drawing/2014/main" id="{0D9C9FD9-DE54-D52A-9CE3-3F74AEFE27D2}"/>
              </a:ext>
            </a:extLst>
          </p:cNvPr>
          <p:cNvSpPr>
            <a:spLocks noGrp="1"/>
          </p:cNvSpPr>
          <p:nvPr>
            <p:ph type="sldNum" sz="quarter" idx="12"/>
          </p:nvPr>
        </p:nvSpPr>
        <p:spPr/>
        <p:txBody>
          <a:bodyPr/>
          <a:lstStyle/>
          <a:p>
            <a:pPr defTabSz="457200"/>
            <a:fld id="{AD33D9D5-3F94-4D0E-99A1-5E245C39E9B7}" type="slidenum">
              <a:rPr lang="en-US">
                <a:latin typeface="Calibri" panose="020F0502020204030204"/>
              </a:rPr>
              <a:pPr defTabSz="457200"/>
              <a:t>2</a:t>
            </a:fld>
            <a:endParaRPr lang="en-US" dirty="0">
              <a:latin typeface="Calibri" panose="020F0502020204030204"/>
            </a:endParaRPr>
          </a:p>
        </p:txBody>
      </p:sp>
    </p:spTree>
    <p:extLst>
      <p:ext uri="{BB962C8B-B14F-4D97-AF65-F5344CB8AC3E}">
        <p14:creationId xmlns:p14="http://schemas.microsoft.com/office/powerpoint/2010/main" val="35423255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17E31-1108-4EEE-C17A-532464293816}"/>
              </a:ext>
            </a:extLst>
          </p:cNvPr>
          <p:cNvSpPr>
            <a:spLocks noGrp="1"/>
          </p:cNvSpPr>
          <p:nvPr>
            <p:ph type="title"/>
          </p:nvPr>
        </p:nvSpPr>
        <p:spPr>
          <a:xfrm>
            <a:off x="1222248" y="566531"/>
            <a:ext cx="9806940" cy="1170831"/>
          </a:xfrm>
        </p:spPr>
        <p:txBody>
          <a:bodyPr>
            <a:normAutofit fontScale="90000"/>
          </a:bodyPr>
          <a:lstStyle/>
          <a:p>
            <a:pPr algn="ctr"/>
            <a:r>
              <a:rPr lang="en-US" b="1" i="0" dirty="0">
                <a:solidFill>
                  <a:srgbClr val="000000"/>
                </a:solidFill>
                <a:effectLst/>
                <a:latin typeface="var(--ff-lato)"/>
              </a:rPr>
              <a:t>Differences between System Analysis and System Design</a:t>
            </a:r>
            <a:br>
              <a:rPr lang="en-US" b="1" i="0" dirty="0">
                <a:solidFill>
                  <a:srgbClr val="000000"/>
                </a:solidFill>
                <a:effectLst/>
                <a:latin typeface="var(--ff-lato)"/>
              </a:rPr>
            </a:br>
            <a:endParaRPr lang="en-US" dirty="0"/>
          </a:p>
        </p:txBody>
      </p:sp>
      <p:sp>
        <p:nvSpPr>
          <p:cNvPr id="3" name="Content Placeholder 2">
            <a:extLst>
              <a:ext uri="{FF2B5EF4-FFF2-40B4-BE49-F238E27FC236}">
                <a16:creationId xmlns:a16="http://schemas.microsoft.com/office/drawing/2014/main" id="{ACBF7F6D-CB63-7FE7-1F29-BC69F1F6B56D}"/>
              </a:ext>
            </a:extLst>
          </p:cNvPr>
          <p:cNvSpPr>
            <a:spLocks noGrp="1"/>
          </p:cNvSpPr>
          <p:nvPr>
            <p:ph idx="1"/>
          </p:nvPr>
        </p:nvSpPr>
        <p:spPr>
          <a:xfrm>
            <a:off x="638019" y="1737361"/>
            <a:ext cx="11262433" cy="4023360"/>
          </a:xfrm>
        </p:spPr>
        <p:txBody>
          <a:bodyPr/>
          <a:lstStyle/>
          <a:p>
            <a:pPr>
              <a:buFont typeface="Wingdings" panose="05000000000000000000" pitchFamily="2" charset="2"/>
              <a:buChar char="Ø"/>
            </a:pPr>
            <a:r>
              <a:rPr lang="en-US" b="0" i="0" dirty="0">
                <a:solidFill>
                  <a:srgbClr val="000000"/>
                </a:solidFill>
                <a:effectLst/>
                <a:latin typeface="Verdana" panose="020B0604030504040204" pitchFamily="34" charset="0"/>
              </a:rPr>
              <a:t>System analysis and system design are two critical phases in the development lifecycle of a software system. While they are often used interchangeably, they serve distinct purposes and involve different methodologies. </a:t>
            </a:r>
            <a:endParaRPr lang="en-US" dirty="0"/>
          </a:p>
        </p:txBody>
      </p:sp>
      <p:sp>
        <p:nvSpPr>
          <p:cNvPr id="4" name="Date Placeholder 3">
            <a:extLst>
              <a:ext uri="{FF2B5EF4-FFF2-40B4-BE49-F238E27FC236}">
                <a16:creationId xmlns:a16="http://schemas.microsoft.com/office/drawing/2014/main" id="{8CC4AC6A-CA4B-02D6-8037-D745949245B0}"/>
              </a:ext>
            </a:extLst>
          </p:cNvPr>
          <p:cNvSpPr>
            <a:spLocks noGrp="1"/>
          </p:cNvSpPr>
          <p:nvPr>
            <p:ph type="dt" sz="half" idx="10"/>
          </p:nvPr>
        </p:nvSpPr>
        <p:spPr/>
        <p:txBody>
          <a:bodyPr/>
          <a:lstStyle/>
          <a:p>
            <a:pPr defTabSz="457200"/>
            <a:fld id="{3A38C0D9-1C1A-43C3-849A-4C12950DC872}" type="datetime1">
              <a:rPr lang="en-US">
                <a:latin typeface="Calibri" panose="020F0502020204030204"/>
              </a:rPr>
              <a:pPr defTabSz="457200"/>
              <a:t>7/7/2026</a:t>
            </a:fld>
            <a:endParaRPr lang="en-US" dirty="0">
              <a:latin typeface="Calibri" panose="020F0502020204030204"/>
            </a:endParaRPr>
          </a:p>
        </p:txBody>
      </p:sp>
      <p:sp>
        <p:nvSpPr>
          <p:cNvPr id="5" name="Slide Number Placeholder 4">
            <a:extLst>
              <a:ext uri="{FF2B5EF4-FFF2-40B4-BE49-F238E27FC236}">
                <a16:creationId xmlns:a16="http://schemas.microsoft.com/office/drawing/2014/main" id="{D678BF98-16B7-922E-9B88-CB856EFB545C}"/>
              </a:ext>
            </a:extLst>
          </p:cNvPr>
          <p:cNvSpPr>
            <a:spLocks noGrp="1"/>
          </p:cNvSpPr>
          <p:nvPr>
            <p:ph type="sldNum" sz="quarter" idx="12"/>
          </p:nvPr>
        </p:nvSpPr>
        <p:spPr/>
        <p:txBody>
          <a:bodyPr/>
          <a:lstStyle/>
          <a:p>
            <a:pPr defTabSz="457200"/>
            <a:fld id="{AD33D9D5-3F94-4D0E-99A1-5E245C39E9B7}" type="slidenum">
              <a:rPr lang="en-US">
                <a:latin typeface="Calibri" panose="020F0502020204030204"/>
              </a:rPr>
              <a:pPr defTabSz="457200"/>
              <a:t>3</a:t>
            </a:fld>
            <a:endParaRPr lang="en-US" dirty="0">
              <a:latin typeface="Calibri" panose="020F0502020204030204"/>
            </a:endParaRPr>
          </a:p>
        </p:txBody>
      </p:sp>
      <p:pic>
        <p:nvPicPr>
          <p:cNvPr id="7" name="Picture 6">
            <a:extLst>
              <a:ext uri="{FF2B5EF4-FFF2-40B4-BE49-F238E27FC236}">
                <a16:creationId xmlns:a16="http://schemas.microsoft.com/office/drawing/2014/main" id="{E96F8489-07C8-045A-171D-18C6379FAF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03105" y="2590140"/>
            <a:ext cx="7285383" cy="3304470"/>
          </a:xfrm>
          <a:prstGeom prst="rect">
            <a:avLst/>
          </a:prstGeom>
        </p:spPr>
      </p:pic>
    </p:spTree>
    <p:extLst>
      <p:ext uri="{BB962C8B-B14F-4D97-AF65-F5344CB8AC3E}">
        <p14:creationId xmlns:p14="http://schemas.microsoft.com/office/powerpoint/2010/main" val="18807864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1FB7A-8E0C-1907-F42B-7A604339F32C}"/>
              </a:ext>
            </a:extLst>
          </p:cNvPr>
          <p:cNvSpPr>
            <a:spLocks noGrp="1"/>
          </p:cNvSpPr>
          <p:nvPr>
            <p:ph type="title"/>
          </p:nvPr>
        </p:nvSpPr>
        <p:spPr/>
        <p:txBody>
          <a:bodyPr/>
          <a:lstStyle/>
          <a:p>
            <a:pPr algn="ctr"/>
            <a:r>
              <a:rPr lang="en-US" b="1" i="0" dirty="0">
                <a:solidFill>
                  <a:srgbClr val="000000"/>
                </a:solidFill>
                <a:effectLst/>
                <a:latin typeface="var(--ff-lato)"/>
              </a:rPr>
              <a:t>Differences between System Analysis and System Design</a:t>
            </a:r>
            <a:endParaRPr lang="en-US" dirty="0"/>
          </a:p>
        </p:txBody>
      </p:sp>
      <p:sp>
        <p:nvSpPr>
          <p:cNvPr id="3" name="Content Placeholder 2">
            <a:extLst>
              <a:ext uri="{FF2B5EF4-FFF2-40B4-BE49-F238E27FC236}">
                <a16:creationId xmlns:a16="http://schemas.microsoft.com/office/drawing/2014/main" id="{44C86BA3-AFA1-0245-36CD-7EAD98F85B07}"/>
              </a:ext>
            </a:extLst>
          </p:cNvPr>
          <p:cNvSpPr>
            <a:spLocks noGrp="1"/>
          </p:cNvSpPr>
          <p:nvPr>
            <p:ph idx="1"/>
          </p:nvPr>
        </p:nvSpPr>
        <p:spPr/>
        <p:txBody>
          <a:bodyPr>
            <a:normAutofit fontScale="92500"/>
          </a:bodyPr>
          <a:lstStyle/>
          <a:p>
            <a:pPr>
              <a:lnSpc>
                <a:spcPts val="2250"/>
              </a:lnSpc>
              <a:buFont typeface="Wingdings" panose="05000000000000000000" pitchFamily="2" charset="2"/>
              <a:buChar char="Ø"/>
            </a:pPr>
            <a:r>
              <a:rPr lang="en-US" b="1" i="0" dirty="0">
                <a:solidFill>
                  <a:srgbClr val="000000"/>
                </a:solidFill>
                <a:effectLst/>
                <a:latin typeface="var(--ff-lato)"/>
              </a:rPr>
              <a:t>System Analysis</a:t>
            </a:r>
          </a:p>
          <a:p>
            <a:pPr lvl="1"/>
            <a:r>
              <a:rPr lang="en-US" b="0" i="0" dirty="0">
                <a:solidFill>
                  <a:srgbClr val="000000"/>
                </a:solidFill>
                <a:effectLst/>
                <a:latin typeface="Verdana" panose="020B0604030504040204" pitchFamily="34" charset="0"/>
              </a:rPr>
              <a:t>System analysis is the initial phase of a software development project where the requirements of the system are gathered, analyzed, and documented. It involves understanding the problem domain, identifying the stakeholders, and defining the scope and objectives of the system.</a:t>
            </a:r>
          </a:p>
          <a:p>
            <a:pPr>
              <a:lnSpc>
                <a:spcPts val="2250"/>
              </a:lnSpc>
            </a:pPr>
            <a:r>
              <a:rPr lang="en-US" b="1" i="0" dirty="0">
                <a:effectLst/>
                <a:latin typeface="Verdana" panose="020B0604030504040204" pitchFamily="34" charset="0"/>
              </a:rPr>
              <a:t>Key Activities in System Analysis</a:t>
            </a:r>
          </a:p>
          <a:p>
            <a:pPr lvl="1" algn="just">
              <a:buFont typeface="Arial" panose="020B0604020202020204" pitchFamily="34" charset="0"/>
              <a:buChar char="•"/>
            </a:pPr>
            <a:r>
              <a:rPr lang="en-US" b="1" i="0" dirty="0">
                <a:solidFill>
                  <a:srgbClr val="000000"/>
                </a:solidFill>
                <a:effectLst/>
                <a:latin typeface="inherit"/>
              </a:rPr>
              <a:t>Requirement Gathering</a:t>
            </a:r>
            <a:r>
              <a:rPr lang="en-US" b="0" i="0" dirty="0">
                <a:solidFill>
                  <a:srgbClr val="000000"/>
                </a:solidFill>
                <a:effectLst/>
                <a:latin typeface="Verdana" panose="020B0604030504040204" pitchFamily="34" charset="0"/>
              </a:rPr>
              <a:t>− Identifying the needs and expectations of the users and stakeholders.</a:t>
            </a:r>
          </a:p>
          <a:p>
            <a:pPr lvl="1" algn="just">
              <a:buFont typeface="Arial" panose="020B0604020202020204" pitchFamily="34" charset="0"/>
              <a:buChar char="•"/>
            </a:pPr>
            <a:r>
              <a:rPr lang="en-US" b="1" i="0" dirty="0">
                <a:solidFill>
                  <a:srgbClr val="000000"/>
                </a:solidFill>
                <a:effectLst/>
                <a:latin typeface="inherit"/>
              </a:rPr>
              <a:t>Requirement Analysis</a:t>
            </a:r>
            <a:r>
              <a:rPr lang="en-US" b="0" i="0" dirty="0">
                <a:solidFill>
                  <a:srgbClr val="000000"/>
                </a:solidFill>
                <a:effectLst/>
                <a:latin typeface="Verdana" panose="020B0604030504040204" pitchFamily="34" charset="0"/>
              </a:rPr>
              <a:t>− Analyzing the gathered requirements to ensure consistency, feasibility, and completeness.</a:t>
            </a:r>
          </a:p>
          <a:p>
            <a:pPr lvl="1" algn="just">
              <a:buFont typeface="Arial" panose="020B0604020202020204" pitchFamily="34" charset="0"/>
              <a:buChar char="•"/>
            </a:pPr>
            <a:r>
              <a:rPr lang="en-US" b="1" i="0" dirty="0">
                <a:solidFill>
                  <a:srgbClr val="000000"/>
                </a:solidFill>
                <a:effectLst/>
                <a:latin typeface="inherit"/>
              </a:rPr>
              <a:t>Feasibility Study</a:t>
            </a:r>
            <a:r>
              <a:rPr lang="en-US" b="0" i="0" dirty="0">
                <a:solidFill>
                  <a:srgbClr val="000000"/>
                </a:solidFill>
                <a:effectLst/>
                <a:latin typeface="Verdana" panose="020B0604030504040204" pitchFamily="34" charset="0"/>
              </a:rPr>
              <a:t>− Assessing the technical, economic, and operational feasibility of the proposed system.</a:t>
            </a:r>
          </a:p>
          <a:p>
            <a:pPr lvl="1" algn="just">
              <a:buFont typeface="Arial" panose="020B0604020202020204" pitchFamily="34" charset="0"/>
              <a:buChar char="•"/>
            </a:pPr>
            <a:r>
              <a:rPr lang="en-US" b="1" i="0" dirty="0">
                <a:solidFill>
                  <a:srgbClr val="000000"/>
                </a:solidFill>
                <a:effectLst/>
                <a:latin typeface="inherit"/>
              </a:rPr>
              <a:t>Process Modelling</a:t>
            </a:r>
            <a:r>
              <a:rPr lang="en-US" b="0" i="0" dirty="0">
                <a:solidFill>
                  <a:srgbClr val="000000"/>
                </a:solidFill>
                <a:effectLst/>
                <a:latin typeface="Verdana" panose="020B0604030504040204" pitchFamily="34" charset="0"/>
              </a:rPr>
              <a:t>− Creating diagrams and models to represent the current and proposed business processes.</a:t>
            </a:r>
          </a:p>
          <a:p>
            <a:pPr lvl="1" algn="just">
              <a:buFont typeface="Arial" panose="020B0604020202020204" pitchFamily="34" charset="0"/>
              <a:buChar char="•"/>
            </a:pPr>
            <a:r>
              <a:rPr lang="en-US" b="1" i="0" dirty="0">
                <a:solidFill>
                  <a:srgbClr val="000000"/>
                </a:solidFill>
                <a:effectLst/>
                <a:latin typeface="inherit"/>
              </a:rPr>
              <a:t>Data Modelling</a:t>
            </a:r>
            <a:r>
              <a:rPr lang="en-US" b="0" i="0" dirty="0">
                <a:solidFill>
                  <a:srgbClr val="000000"/>
                </a:solidFill>
                <a:effectLst/>
                <a:latin typeface="Verdana" panose="020B0604030504040204" pitchFamily="34" charset="0"/>
              </a:rPr>
              <a:t>− Defining the data entities, attributes, and relationships within the system.</a:t>
            </a:r>
          </a:p>
          <a:p>
            <a:pPr>
              <a:buFont typeface="Wingdings" panose="05000000000000000000" pitchFamily="2" charset="2"/>
              <a:buChar char="Ø"/>
            </a:pPr>
            <a:endParaRPr lang="en-US" dirty="0"/>
          </a:p>
        </p:txBody>
      </p:sp>
      <p:sp>
        <p:nvSpPr>
          <p:cNvPr id="4" name="Date Placeholder 3">
            <a:extLst>
              <a:ext uri="{FF2B5EF4-FFF2-40B4-BE49-F238E27FC236}">
                <a16:creationId xmlns:a16="http://schemas.microsoft.com/office/drawing/2014/main" id="{3CA72994-CFA2-FB50-9902-15AA9EC1F045}"/>
              </a:ext>
            </a:extLst>
          </p:cNvPr>
          <p:cNvSpPr>
            <a:spLocks noGrp="1"/>
          </p:cNvSpPr>
          <p:nvPr>
            <p:ph type="dt" sz="half" idx="10"/>
          </p:nvPr>
        </p:nvSpPr>
        <p:spPr/>
        <p:txBody>
          <a:bodyPr/>
          <a:lstStyle/>
          <a:p>
            <a:pPr defTabSz="457200"/>
            <a:fld id="{3A38C0D9-1C1A-43C3-849A-4C12950DC872}" type="datetime1">
              <a:rPr lang="en-US">
                <a:latin typeface="Calibri" panose="020F0502020204030204"/>
              </a:rPr>
              <a:pPr defTabSz="457200"/>
              <a:t>7/7/2026</a:t>
            </a:fld>
            <a:endParaRPr lang="en-US" dirty="0">
              <a:latin typeface="Calibri" panose="020F0502020204030204"/>
            </a:endParaRPr>
          </a:p>
        </p:txBody>
      </p:sp>
      <p:sp>
        <p:nvSpPr>
          <p:cNvPr id="5" name="Slide Number Placeholder 4">
            <a:extLst>
              <a:ext uri="{FF2B5EF4-FFF2-40B4-BE49-F238E27FC236}">
                <a16:creationId xmlns:a16="http://schemas.microsoft.com/office/drawing/2014/main" id="{21CA9DBB-1024-38F7-F2BA-8757B9CF796D}"/>
              </a:ext>
            </a:extLst>
          </p:cNvPr>
          <p:cNvSpPr>
            <a:spLocks noGrp="1"/>
          </p:cNvSpPr>
          <p:nvPr>
            <p:ph type="sldNum" sz="quarter" idx="12"/>
          </p:nvPr>
        </p:nvSpPr>
        <p:spPr/>
        <p:txBody>
          <a:bodyPr/>
          <a:lstStyle/>
          <a:p>
            <a:pPr defTabSz="457200"/>
            <a:fld id="{AD33D9D5-3F94-4D0E-99A1-5E245C39E9B7}" type="slidenum">
              <a:rPr lang="en-US">
                <a:latin typeface="Calibri" panose="020F0502020204030204"/>
              </a:rPr>
              <a:pPr defTabSz="457200"/>
              <a:t>4</a:t>
            </a:fld>
            <a:endParaRPr lang="en-US" dirty="0">
              <a:latin typeface="Calibri" panose="020F0502020204030204"/>
            </a:endParaRPr>
          </a:p>
        </p:txBody>
      </p:sp>
    </p:spTree>
    <p:extLst>
      <p:ext uri="{BB962C8B-B14F-4D97-AF65-F5344CB8AC3E}">
        <p14:creationId xmlns:p14="http://schemas.microsoft.com/office/powerpoint/2010/main" val="29552133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86ED6-AF87-D849-48D8-95DDA510D13E}"/>
              </a:ext>
            </a:extLst>
          </p:cNvPr>
          <p:cNvSpPr>
            <a:spLocks noGrp="1"/>
          </p:cNvSpPr>
          <p:nvPr>
            <p:ph type="title"/>
          </p:nvPr>
        </p:nvSpPr>
        <p:spPr/>
        <p:txBody>
          <a:bodyPr/>
          <a:lstStyle/>
          <a:p>
            <a:pPr algn="ctr"/>
            <a:r>
              <a:rPr lang="en-US" b="1" dirty="0">
                <a:solidFill>
                  <a:schemeClr val="tx1"/>
                </a:solidFill>
              </a:rPr>
              <a:t>Role of System Analyst</a:t>
            </a:r>
          </a:p>
        </p:txBody>
      </p:sp>
      <p:sp>
        <p:nvSpPr>
          <p:cNvPr id="3" name="Content Placeholder 2">
            <a:extLst>
              <a:ext uri="{FF2B5EF4-FFF2-40B4-BE49-F238E27FC236}">
                <a16:creationId xmlns:a16="http://schemas.microsoft.com/office/drawing/2014/main" id="{464C95FD-8CA9-6C74-7AF7-EDB338F54538}"/>
              </a:ext>
            </a:extLst>
          </p:cNvPr>
          <p:cNvSpPr>
            <a:spLocks noGrp="1"/>
          </p:cNvSpPr>
          <p:nvPr>
            <p:ph idx="1"/>
          </p:nvPr>
        </p:nvSpPr>
        <p:spPr/>
        <p:txBody>
          <a:bodyPr>
            <a:normAutofit/>
          </a:bodyPr>
          <a:lstStyle/>
          <a:p>
            <a:pPr>
              <a:buFont typeface="Wingdings" panose="05000000000000000000" pitchFamily="2" charset="2"/>
              <a:buChar char="q"/>
            </a:pPr>
            <a:r>
              <a:rPr lang="en-US" sz="2400" dirty="0"/>
              <a:t>The analyst plays a key role in information system development projects.</a:t>
            </a:r>
          </a:p>
          <a:p>
            <a:pPr>
              <a:buFont typeface="Wingdings" panose="05000000000000000000" pitchFamily="2" charset="2"/>
              <a:buChar char="q"/>
            </a:pPr>
            <a:endParaRPr lang="en-US" sz="2400" dirty="0"/>
          </a:p>
          <a:p>
            <a:pPr>
              <a:buFont typeface="Wingdings" panose="05000000000000000000" pitchFamily="2" charset="2"/>
              <a:buChar char="q"/>
            </a:pPr>
            <a:r>
              <a:rPr lang="en-US" sz="2400" dirty="0"/>
              <a:t>Must understand how to apply technology to solve business problems</a:t>
            </a:r>
          </a:p>
          <a:p>
            <a:pPr>
              <a:buFont typeface="Wingdings" panose="05000000000000000000" pitchFamily="2" charset="2"/>
              <a:buChar char="q"/>
            </a:pPr>
            <a:endParaRPr lang="en-US" sz="2400" dirty="0"/>
          </a:p>
          <a:p>
            <a:pPr>
              <a:buFont typeface="Wingdings" panose="05000000000000000000" pitchFamily="2" charset="2"/>
              <a:buChar char="q"/>
            </a:pPr>
            <a:r>
              <a:rPr lang="en-US" sz="2400" dirty="0"/>
              <a:t>Analyst may serve as a change agents who identify the organizational improvement</a:t>
            </a:r>
          </a:p>
        </p:txBody>
      </p:sp>
      <p:sp>
        <p:nvSpPr>
          <p:cNvPr id="4" name="Date Placeholder 3">
            <a:extLst>
              <a:ext uri="{FF2B5EF4-FFF2-40B4-BE49-F238E27FC236}">
                <a16:creationId xmlns:a16="http://schemas.microsoft.com/office/drawing/2014/main" id="{CC435ECD-C293-0265-955D-88FCCEF03A1D}"/>
              </a:ext>
            </a:extLst>
          </p:cNvPr>
          <p:cNvSpPr>
            <a:spLocks noGrp="1"/>
          </p:cNvSpPr>
          <p:nvPr>
            <p:ph type="dt" sz="half" idx="10"/>
          </p:nvPr>
        </p:nvSpPr>
        <p:spPr/>
        <p:txBody>
          <a:bodyPr/>
          <a:lstStyle/>
          <a:p>
            <a:pPr defTabSz="457200"/>
            <a:fld id="{3A38C0D9-1C1A-43C3-849A-4C12950DC872}" type="datetime1">
              <a:rPr lang="en-US">
                <a:latin typeface="Calibri" panose="020F0502020204030204"/>
              </a:rPr>
              <a:pPr defTabSz="457200"/>
              <a:t>7/7/2026</a:t>
            </a:fld>
            <a:endParaRPr lang="en-US" dirty="0">
              <a:latin typeface="Calibri" panose="020F0502020204030204"/>
            </a:endParaRPr>
          </a:p>
        </p:txBody>
      </p:sp>
      <p:sp>
        <p:nvSpPr>
          <p:cNvPr id="5" name="Slide Number Placeholder 4">
            <a:extLst>
              <a:ext uri="{FF2B5EF4-FFF2-40B4-BE49-F238E27FC236}">
                <a16:creationId xmlns:a16="http://schemas.microsoft.com/office/drawing/2014/main" id="{0C6B8579-195E-99ED-1DEC-7FB7FE0AD98E}"/>
              </a:ext>
            </a:extLst>
          </p:cNvPr>
          <p:cNvSpPr>
            <a:spLocks noGrp="1"/>
          </p:cNvSpPr>
          <p:nvPr>
            <p:ph type="sldNum" sz="quarter" idx="12"/>
          </p:nvPr>
        </p:nvSpPr>
        <p:spPr/>
        <p:txBody>
          <a:bodyPr/>
          <a:lstStyle/>
          <a:p>
            <a:pPr defTabSz="457200"/>
            <a:fld id="{AD33D9D5-3F94-4D0E-99A1-5E245C39E9B7}" type="slidenum">
              <a:rPr lang="en-US">
                <a:latin typeface="Calibri" panose="020F0502020204030204"/>
              </a:rPr>
              <a:pPr defTabSz="457200"/>
              <a:t>5</a:t>
            </a:fld>
            <a:endParaRPr lang="en-US" dirty="0">
              <a:latin typeface="Calibri" panose="020F0502020204030204"/>
            </a:endParaRPr>
          </a:p>
        </p:txBody>
      </p:sp>
    </p:spTree>
    <p:extLst>
      <p:ext uri="{BB962C8B-B14F-4D97-AF65-F5344CB8AC3E}">
        <p14:creationId xmlns:p14="http://schemas.microsoft.com/office/powerpoint/2010/main" val="22270002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D76CA-F5B9-2D44-CC45-110E6F0B202C}"/>
              </a:ext>
            </a:extLst>
          </p:cNvPr>
          <p:cNvSpPr>
            <a:spLocks noGrp="1"/>
          </p:cNvSpPr>
          <p:nvPr>
            <p:ph type="title"/>
          </p:nvPr>
        </p:nvSpPr>
        <p:spPr/>
        <p:txBody>
          <a:bodyPr/>
          <a:lstStyle/>
          <a:p>
            <a:pPr algn="ctr"/>
            <a:r>
              <a:rPr lang="en-US" dirty="0"/>
              <a:t>Qualities of the System Analyst</a:t>
            </a:r>
          </a:p>
        </p:txBody>
      </p:sp>
      <p:sp>
        <p:nvSpPr>
          <p:cNvPr id="3" name="Content Placeholder 2">
            <a:extLst>
              <a:ext uri="{FF2B5EF4-FFF2-40B4-BE49-F238E27FC236}">
                <a16:creationId xmlns:a16="http://schemas.microsoft.com/office/drawing/2014/main" id="{E5B4A712-D1F4-B899-BF63-0039915F0E6C}"/>
              </a:ext>
            </a:extLst>
          </p:cNvPr>
          <p:cNvSpPr>
            <a:spLocks noGrp="1"/>
          </p:cNvSpPr>
          <p:nvPr>
            <p:ph idx="1"/>
          </p:nvPr>
        </p:nvSpPr>
        <p:spPr/>
        <p:txBody>
          <a:bodyPr/>
          <a:lstStyle/>
          <a:p>
            <a:pPr>
              <a:buFont typeface="Wingdings" panose="05000000000000000000" pitchFamily="2" charset="2"/>
              <a:buChar char="q"/>
            </a:pPr>
            <a:r>
              <a:rPr lang="en-US" dirty="0"/>
              <a:t>Problem solver</a:t>
            </a:r>
          </a:p>
          <a:p>
            <a:pPr>
              <a:buFont typeface="Wingdings" panose="05000000000000000000" pitchFamily="2" charset="2"/>
              <a:buChar char="q"/>
            </a:pPr>
            <a:endParaRPr lang="en-US" dirty="0"/>
          </a:p>
          <a:p>
            <a:pPr>
              <a:buFont typeface="Wingdings" panose="05000000000000000000" pitchFamily="2" charset="2"/>
              <a:buChar char="q"/>
            </a:pPr>
            <a:r>
              <a:rPr lang="en-US" dirty="0"/>
              <a:t>Communicator</a:t>
            </a:r>
          </a:p>
          <a:p>
            <a:pPr>
              <a:buFont typeface="Wingdings" panose="05000000000000000000" pitchFamily="2" charset="2"/>
              <a:buChar char="q"/>
            </a:pPr>
            <a:endParaRPr lang="en-US" dirty="0"/>
          </a:p>
          <a:p>
            <a:pPr>
              <a:buFont typeface="Wingdings" panose="05000000000000000000" pitchFamily="2" charset="2"/>
              <a:buChar char="q"/>
            </a:pPr>
            <a:r>
              <a:rPr lang="en-US" dirty="0"/>
              <a:t>Strong personal and professional ethics</a:t>
            </a:r>
          </a:p>
          <a:p>
            <a:pPr>
              <a:buFont typeface="Wingdings" panose="05000000000000000000" pitchFamily="2" charset="2"/>
              <a:buChar char="q"/>
            </a:pPr>
            <a:endParaRPr lang="en-US" dirty="0"/>
          </a:p>
          <a:p>
            <a:pPr>
              <a:buFont typeface="Wingdings" panose="05000000000000000000" pitchFamily="2" charset="2"/>
              <a:buChar char="q"/>
            </a:pPr>
            <a:r>
              <a:rPr lang="en-US" dirty="0"/>
              <a:t>Self-disciplined and self -motivated</a:t>
            </a:r>
          </a:p>
        </p:txBody>
      </p:sp>
      <p:sp>
        <p:nvSpPr>
          <p:cNvPr id="4" name="Date Placeholder 3">
            <a:extLst>
              <a:ext uri="{FF2B5EF4-FFF2-40B4-BE49-F238E27FC236}">
                <a16:creationId xmlns:a16="http://schemas.microsoft.com/office/drawing/2014/main" id="{AA545A2A-FD18-5F68-8669-1CF4CAAB718C}"/>
              </a:ext>
            </a:extLst>
          </p:cNvPr>
          <p:cNvSpPr>
            <a:spLocks noGrp="1"/>
          </p:cNvSpPr>
          <p:nvPr>
            <p:ph type="dt" sz="half" idx="10"/>
          </p:nvPr>
        </p:nvSpPr>
        <p:spPr/>
        <p:txBody>
          <a:bodyPr/>
          <a:lstStyle/>
          <a:p>
            <a:pPr defTabSz="457200"/>
            <a:fld id="{3A38C0D9-1C1A-43C3-849A-4C12950DC872}" type="datetime1">
              <a:rPr lang="en-US">
                <a:latin typeface="Calibri" panose="020F0502020204030204"/>
              </a:rPr>
              <a:pPr defTabSz="457200"/>
              <a:t>7/7/2026</a:t>
            </a:fld>
            <a:endParaRPr lang="en-US" dirty="0">
              <a:latin typeface="Calibri" panose="020F0502020204030204"/>
            </a:endParaRPr>
          </a:p>
        </p:txBody>
      </p:sp>
      <p:sp>
        <p:nvSpPr>
          <p:cNvPr id="5" name="Slide Number Placeholder 4">
            <a:extLst>
              <a:ext uri="{FF2B5EF4-FFF2-40B4-BE49-F238E27FC236}">
                <a16:creationId xmlns:a16="http://schemas.microsoft.com/office/drawing/2014/main" id="{A1FBD263-7594-6E34-F3F8-C6633F2A5AE9}"/>
              </a:ext>
            </a:extLst>
          </p:cNvPr>
          <p:cNvSpPr>
            <a:spLocks noGrp="1"/>
          </p:cNvSpPr>
          <p:nvPr>
            <p:ph type="sldNum" sz="quarter" idx="12"/>
          </p:nvPr>
        </p:nvSpPr>
        <p:spPr/>
        <p:txBody>
          <a:bodyPr/>
          <a:lstStyle/>
          <a:p>
            <a:pPr defTabSz="457200"/>
            <a:fld id="{AD33D9D5-3F94-4D0E-99A1-5E245C39E9B7}" type="slidenum">
              <a:rPr lang="en-US">
                <a:latin typeface="Calibri" panose="020F0502020204030204"/>
              </a:rPr>
              <a:pPr defTabSz="457200"/>
              <a:t>6</a:t>
            </a:fld>
            <a:endParaRPr lang="en-US" dirty="0">
              <a:latin typeface="Calibri" panose="020F0502020204030204"/>
            </a:endParaRPr>
          </a:p>
        </p:txBody>
      </p:sp>
    </p:spTree>
    <p:extLst>
      <p:ext uri="{BB962C8B-B14F-4D97-AF65-F5344CB8AC3E}">
        <p14:creationId xmlns:p14="http://schemas.microsoft.com/office/powerpoint/2010/main" val="31056211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BBAE3A7-0F81-0B22-0785-6FD4E7A1B6AA}"/>
              </a:ext>
            </a:extLst>
          </p:cNvPr>
          <p:cNvSpPr>
            <a:spLocks noGrp="1"/>
          </p:cNvSpPr>
          <p:nvPr>
            <p:ph type="dt" sz="half" idx="10"/>
          </p:nvPr>
        </p:nvSpPr>
        <p:spPr/>
        <p:txBody>
          <a:bodyPr/>
          <a:lstStyle/>
          <a:p>
            <a:pPr defTabSz="457200"/>
            <a:fld id="{3A38C0D9-1C1A-43C3-849A-4C12950DC872}" type="datetime1">
              <a:rPr lang="en-US">
                <a:latin typeface="Calibri" panose="020F0502020204030204"/>
              </a:rPr>
              <a:pPr defTabSz="457200"/>
              <a:t>7/7/2026</a:t>
            </a:fld>
            <a:endParaRPr lang="en-US" dirty="0">
              <a:latin typeface="Calibri" panose="020F0502020204030204"/>
            </a:endParaRPr>
          </a:p>
        </p:txBody>
      </p:sp>
      <p:sp>
        <p:nvSpPr>
          <p:cNvPr id="5" name="Slide Number Placeholder 4">
            <a:extLst>
              <a:ext uri="{FF2B5EF4-FFF2-40B4-BE49-F238E27FC236}">
                <a16:creationId xmlns:a16="http://schemas.microsoft.com/office/drawing/2014/main" id="{50F3C80D-08F1-3358-B367-1F83637766CE}"/>
              </a:ext>
            </a:extLst>
          </p:cNvPr>
          <p:cNvSpPr>
            <a:spLocks noGrp="1"/>
          </p:cNvSpPr>
          <p:nvPr>
            <p:ph type="sldNum" sz="quarter" idx="12"/>
          </p:nvPr>
        </p:nvSpPr>
        <p:spPr/>
        <p:txBody>
          <a:bodyPr/>
          <a:lstStyle/>
          <a:p>
            <a:pPr defTabSz="457200"/>
            <a:fld id="{AD33D9D5-3F94-4D0E-99A1-5E245C39E9B7}" type="slidenum">
              <a:rPr lang="en-US">
                <a:latin typeface="Calibri" panose="020F0502020204030204"/>
              </a:rPr>
              <a:pPr defTabSz="457200"/>
              <a:t>7</a:t>
            </a:fld>
            <a:endParaRPr lang="en-US" dirty="0">
              <a:latin typeface="Calibri" panose="020F0502020204030204"/>
            </a:endParaRPr>
          </a:p>
        </p:txBody>
      </p:sp>
      <p:pic>
        <p:nvPicPr>
          <p:cNvPr id="6" name="Content Placeholder 5" descr="08-System-Analysis-and-Design-9-2048.jpg">
            <a:extLst>
              <a:ext uri="{FF2B5EF4-FFF2-40B4-BE49-F238E27FC236}">
                <a16:creationId xmlns:a16="http://schemas.microsoft.com/office/drawing/2014/main" id="{8F4625D1-124A-93FC-16B9-D18CF4036DD9}"/>
              </a:ext>
            </a:extLst>
          </p:cNvPr>
          <p:cNvPicPr>
            <a:picLocks noGrp="1" noChangeAspect="1"/>
          </p:cNvPicPr>
          <p:nvPr>
            <p:ph idx="1"/>
          </p:nvPr>
        </p:nvPicPr>
        <p:blipFill>
          <a:blip r:embed="rId2">
            <a:clrChange>
              <a:clrFrom>
                <a:srgbClr val="FFFFFF"/>
              </a:clrFrom>
              <a:clrTo>
                <a:srgbClr val="FFFFFF">
                  <a:alpha val="0"/>
                </a:srgbClr>
              </a:clrTo>
            </a:clrChange>
          </a:blip>
          <a:stretch>
            <a:fillRect/>
          </a:stretch>
        </p:blipFill>
        <p:spPr>
          <a:xfrm>
            <a:off x="241853" y="109331"/>
            <a:ext cx="10694505" cy="6192079"/>
          </a:xfrm>
          <a:prstGeom prst="rect">
            <a:avLst/>
          </a:prstGeom>
        </p:spPr>
      </p:pic>
    </p:spTree>
    <p:extLst>
      <p:ext uri="{BB962C8B-B14F-4D97-AF65-F5344CB8AC3E}">
        <p14:creationId xmlns:p14="http://schemas.microsoft.com/office/powerpoint/2010/main" val="5485630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09-System-Analysis-and-Design-10-2048.jpg"/>
          <p:cNvPicPr>
            <a:picLocks noChangeAspect="1"/>
          </p:cNvPicPr>
          <p:nvPr/>
        </p:nvPicPr>
        <p:blipFill>
          <a:blip r:embed="rId2">
            <a:clrChange>
              <a:clrFrom>
                <a:srgbClr val="FFFFFF"/>
              </a:clrFrom>
              <a:clrTo>
                <a:srgbClr val="FFFFFF">
                  <a:alpha val="0"/>
                </a:srgbClr>
              </a:clrTo>
            </a:clrChange>
          </a:blip>
          <a:stretch>
            <a:fillRect/>
          </a:stretch>
        </p:blipFill>
        <p:spPr>
          <a:xfrm>
            <a:off x="152400" y="0"/>
            <a:ext cx="10634870" cy="629147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System-Analysis-and-Design-11-2048.jpg"/>
          <p:cNvPicPr>
            <a:picLocks noChangeAspect="1"/>
          </p:cNvPicPr>
          <p:nvPr/>
        </p:nvPicPr>
        <p:blipFill>
          <a:blip r:embed="rId2">
            <a:clrChange>
              <a:clrFrom>
                <a:srgbClr val="FFFFFF"/>
              </a:clrFrom>
              <a:clrTo>
                <a:srgbClr val="FFFFFF">
                  <a:alpha val="0"/>
                </a:srgbClr>
              </a:clrTo>
            </a:clrChange>
          </a:blip>
          <a:stretch>
            <a:fillRect/>
          </a:stretch>
        </p:blipFill>
        <p:spPr>
          <a:xfrm>
            <a:off x="236883" y="85726"/>
            <a:ext cx="10560327" cy="6106353"/>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1-System-Analysis-and-Design-12-2048.jpg"/>
          <p:cNvPicPr>
            <a:picLocks noChangeAspect="1"/>
          </p:cNvPicPr>
          <p:nvPr/>
        </p:nvPicPr>
        <p:blipFill>
          <a:blip r:embed="rId2">
            <a:clrChange>
              <a:clrFrom>
                <a:srgbClr val="FFFFFF"/>
              </a:clrFrom>
              <a:clrTo>
                <a:srgbClr val="FFFFFF">
                  <a:alpha val="0"/>
                </a:srgbClr>
              </a:clrTo>
            </a:clrChange>
          </a:blip>
          <a:stretch>
            <a:fillRect/>
          </a:stretch>
        </p:blipFill>
        <p:spPr>
          <a:xfrm>
            <a:off x="281610" y="85725"/>
            <a:ext cx="10227365" cy="6185866"/>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2-System-Analysis-and-Design-13-2048.jpg"/>
          <p:cNvPicPr>
            <a:picLocks noChangeAspect="1"/>
          </p:cNvPicPr>
          <p:nvPr/>
        </p:nvPicPr>
        <p:blipFill>
          <a:blip r:embed="rId2">
            <a:clrChange>
              <a:clrFrom>
                <a:srgbClr val="FFFFFF"/>
              </a:clrFrom>
              <a:clrTo>
                <a:srgbClr val="FFFFFF">
                  <a:alpha val="0"/>
                </a:srgbClr>
              </a:clrTo>
            </a:clrChange>
          </a:blip>
          <a:stretch>
            <a:fillRect/>
          </a:stretch>
        </p:blipFill>
        <p:spPr>
          <a:xfrm>
            <a:off x="281610" y="85725"/>
            <a:ext cx="10272091" cy="614611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3-System-Analysis-and-Design-14-2048.jpg"/>
          <p:cNvPicPr>
            <a:picLocks noChangeAspect="1"/>
          </p:cNvPicPr>
          <p:nvPr/>
        </p:nvPicPr>
        <p:blipFill>
          <a:blip r:embed="rId2">
            <a:clrChange>
              <a:clrFrom>
                <a:srgbClr val="FFFFFF"/>
              </a:clrFrom>
              <a:clrTo>
                <a:srgbClr val="FFFFFF">
                  <a:alpha val="0"/>
                </a:srgbClr>
              </a:clrTo>
            </a:clrChange>
          </a:blip>
          <a:stretch>
            <a:fillRect/>
          </a:stretch>
        </p:blipFill>
        <p:spPr>
          <a:xfrm>
            <a:off x="251792" y="85725"/>
            <a:ext cx="10465905" cy="6165988"/>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4-System-Analysis-and-Design-15-2048.jpg"/>
          <p:cNvPicPr>
            <a:picLocks noChangeAspect="1"/>
          </p:cNvPicPr>
          <p:nvPr/>
        </p:nvPicPr>
        <p:blipFill>
          <a:blip r:embed="rId2">
            <a:clrChange>
              <a:clrFrom>
                <a:srgbClr val="FFFFFF"/>
              </a:clrFrom>
              <a:clrTo>
                <a:srgbClr val="FFFFFF">
                  <a:alpha val="0"/>
                </a:srgbClr>
              </a:clrTo>
            </a:clrChange>
          </a:blip>
          <a:stretch>
            <a:fillRect/>
          </a:stretch>
        </p:blipFill>
        <p:spPr>
          <a:xfrm>
            <a:off x="271670" y="85725"/>
            <a:ext cx="10282030" cy="6096414"/>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BAB94BD4-5D6D-4148-AB57-A4CCF1FD4E0C}"/>
    </a:ext>
  </a:extLst>
</a:theme>
</file>

<file path=docProps/app.xml><?xml version="1.0" encoding="utf-8"?>
<Properties xmlns="http://schemas.openxmlformats.org/officeDocument/2006/extended-properties" xmlns:vt="http://schemas.openxmlformats.org/officeDocument/2006/docPropsVTypes">
  <TotalTime>2</TotalTime>
  <Words>305</Words>
  <Application>Microsoft Office PowerPoint</Application>
  <PresentationFormat>Widescreen</PresentationFormat>
  <Paragraphs>45</Paragraphs>
  <Slides>13</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13</vt:i4>
      </vt:variant>
    </vt:vector>
  </HeadingPairs>
  <TitlesOfParts>
    <vt:vector size="25" baseType="lpstr">
      <vt:lpstr>Arial</vt:lpstr>
      <vt:lpstr>Calibri</vt:lpstr>
      <vt:lpstr>Calibri Light</vt:lpstr>
      <vt:lpstr>Calibri Light (Headings)</vt:lpstr>
      <vt:lpstr>Century Gothic (Headings)</vt:lpstr>
      <vt:lpstr>inherit</vt:lpstr>
      <vt:lpstr>Times New Roman</vt:lpstr>
      <vt:lpstr>var(--ff-lato)</vt:lpstr>
      <vt:lpstr>Verdana</vt:lpstr>
      <vt:lpstr>Wingdings</vt:lpstr>
      <vt:lpstr>Office Theme</vt:lpstr>
      <vt:lpstr>Retrospect</vt:lpstr>
      <vt:lpstr>CSE0613-2201 System Analysis &amp; Design</vt:lpstr>
      <vt:lpstr>Week 5,6 Differences between System Analysis and System Design, Role of System Analyst, Qualities of the System Analyst,</vt:lpstr>
      <vt:lpstr>Differences between System Analysis and System Design </vt:lpstr>
      <vt:lpstr>Differences between System Analysis and System Design</vt:lpstr>
      <vt:lpstr>Role of System Analyst</vt:lpstr>
      <vt:lpstr>Qualities of the System Analyst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partho sarathi sarker</dc:creator>
  <cp:lastModifiedBy>partho sarathi sarker</cp:lastModifiedBy>
  <cp:revision>1</cp:revision>
  <dcterms:created xsi:type="dcterms:W3CDTF">2026-07-07T05:12:54Z</dcterms:created>
  <dcterms:modified xsi:type="dcterms:W3CDTF">2026-07-07T05:15:09Z</dcterms:modified>
</cp:coreProperties>
</file>