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Week 3: the structural model introduced entities and relationships in passing. Today we formalise relationships into a four-part taxonomy and learn to read a color-coded graph that distinguishes all four types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Emphasise that today is about classification and reading a graph; Day 2 adds the actual metrics (degree centrality, coupling) computed on top of what's classified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 to land here: 'related' is not a single relationship type — treating all edges the same in a graph hides important distinctions that matter for design, navigation, and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anchor for the rest of the session — each row gets its own deep-dive slide with a real example, then all four appear together on the color-coded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Week 3's Amazon ER diagram mentally here — those foreign-key relationships (Product belongs to Category, Review belongs to Product) are exactly what 'structural' means in this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Week 3's navigational model, now named as one of four relationship types rather than a standalone concept — the Wikipedia link-graph example from that session is a navigational-relationship graph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relationships are what powers rich search results (star ratings, prices shown directly in Google search) — the browser or crawler understands 'this is a Product with this price' because of the shared schema.org vocabulary, not because of any custom parsing.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relationships are the type most often missed in a first pass at relationship analysis — students naturally think in structural and navigational terms, but version history and event sequencing are just as real and important a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four edges from the central HTTP article: navy to its Category (structural, part-of), green to the linked Web Engineering term (navigational, clickable), orange to schema.org's WebPage type (semantic, shared vocabulary), and purple to HTTP/1.0 (temporal, superseded-by). The color coding is what lets a reader instantly distinguish four very different kinds of connection on one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makes the case for why the color-coding isn't just decoration — it changes what a reviewer or algorithm can actually do with the graph. This sets up Day 2's per-type graph metrics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live classification exercise before revealing the answer column — a recipe site is unfamiliar enough that students must apply the 'how to recognise it' questions from the four deep-dive slides rather than pattern-matching to the Wikipedia/Amazon examples already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is illustrative rather than a specific cited incident, but it reflects a very common real pattern in newsroom CMS redesigns — 'this is outdated, redesign it away' losing a relationship that was actually load-bearing for trust and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pitfall directly mirrors the case study on the previous slide — losing a temporal relationship in a redesign is a real, recurring failure pattern worth naming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Day 2: Graph Metrics &amp; Modeling, which computes actual numeric metrics (degree, centrality) on top of the classified, color-coded graph from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Day 2: Graph Metrics &amp; Modeling, which builds numeric metrics directly on top of today's classified, color-coded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Methodology Deep Dive &amp; Relationship Analysis</a:t>
            </a:r>
            <a:endParaRPr lang="en-US" sz="1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6, Day 1 — Relationship Analysis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four-part taxonomy for classifying relationships between Web content, and a color-coded graph that shows all four at once on a real example.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6 · DAY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relationships need their own taxonomy, separate from entities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relationship types: Structural, Navigational, Semantic, Temporal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worked example of each type on real content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a color-coded graph that shows all four relationship types at once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Classifying relationships on a real, unfamiliar site as practice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taxonomy is the foundation for Day 2's graph metrics — you can't compute coupling or centrality on a graph until you've correctly classified what its edges actually represent.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Relationship Analysis?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of how pieces of Web content connect to each other — not just what entities exist (Week 3's structural model), but the specific nature of the connections between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'Related' Isn't Enough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pages can be 'related' in very different ways: one contains the other, one links to the other, one is a type of the other, or one came before the other in time. Each implies a different design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Four-Part Taxonomy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Structural, Navigational, Semantic, and Temporal — four distinct categories, covered one by one today with real examples.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This Leads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relationships are classified, they can be drawn as a color-coded graph (later today) and measured with graph metrics like degree and centrality (Day 2).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TAXONOMY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Four-Part Relationship Taxonomy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46634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 It Answers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Relationship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Does one thing physically contain or compose another?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Category contains many Products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Navigational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a user click from one page to another?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product page links to "related items"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Semantic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kind of thing is this, in a shared vocabulary?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Product is-a type of schema.org 'Product'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Temporal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came first, or what supersedes what?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HTTP/1.1 supersedes HTTP/1.0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STRUCTURAL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entity is physically composed of, or contains, another. This is the 'part-of' or 'has-a' relationship — independent of any page layout or link.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Amazon (Week 3): a Category contains many Products; a Product has many Reviews. These relationships exist in the database whether or not any page currently displays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Recognise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Ask: 'if I deleted the container, would the contained thing lose its context or cease to make sense on its own?' A Review without its Product is orphaned data — that's the signature of a structural relationship, distinct from a mere hyperlink between two independently meaningful pages.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NAVIGATIONAL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page offers a clickable path to another — a hyperlink, menu item, or button. The two pages can be structurally and semantically unrelated; the only claim is 'a user can get from A to B'.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Wikipedia's "HTTP" article links inline to "Web Engineering" — the two articles aren't structurally nested inside each other, but a reader can navigate directly between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Recognise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Ask: 'is there a clickable element that takes a user from one page directly to the other?' If yes, it's navigational — regardless of whether the two pages are otherwise structurally, semantically, or temporally connected at all.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SEMANTIC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entity is classified as a type or instance of a shared, machine-readable concept — often using a shared vocabulary like schema.org, so search engines and other systems understand what the content means.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Amazon product page marks itself up with schema.org/Product — declaring 'this page is-a Product' in a vocabulary Google's crawler also understands, enabling rich search snippets.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Recognise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Ask: 'does this relationship rely on a shared, external vocabulary that other systems also understand?' Structural and navigational relationships are internal to one site; semantic relationships plug into a shared meaning that spans the Web.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TEMPORAL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entity precedes, follows, supersedes, or is a version of another — a relationship defined by time or sequence, not by structure, navigation, or shared vocabulary.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HTTP/1.1 (RFC 9110/9112, from Week 1) supersedes HTTP/1.0; a Wikipedia article's edit history is a temporal chain of revisions, each superseding the last.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Recognise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Ask: 'does the relationship only make sense with a notion of before/after, or version N/N+1?' A changelog, an edit history, and a protocol revision are all temporal relationships — the connection is defined by sequence in time.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6.1 · REAL-WORLD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Graph, Four Relationship Types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Wikipedia "HTTP" article from Week 3, now with every edge color-coded by relationship 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1097280" y="1920240"/>
            <a:ext cx="4023360" cy="2057400"/>
          </a:xfrm>
          <a:prstGeom prst="line">
            <a:avLst/>
          </a:prstGeom>
          <a:noFill/>
          <a:ln w="25400">
            <a:solidFill>
              <a:srgbClr val="1F3B5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5120640" y="1920240"/>
            <a:ext cx="3931920" cy="2057400"/>
          </a:xfrm>
          <a:prstGeom prst="line">
            <a:avLst/>
          </a:prstGeom>
          <a:noFill/>
          <a:ln w="25400">
            <a:solidFill>
              <a:srgbClr val="3E8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1097280" y="3977640"/>
            <a:ext cx="4023360" cy="2057400"/>
          </a:xfrm>
          <a:prstGeom prst="line">
            <a:avLst/>
          </a:prstGeom>
          <a:noFill/>
          <a:ln w="25400">
            <a:solidFill>
              <a:srgbClr val="C078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3977640"/>
            <a:ext cx="3931920" cy="2057400"/>
          </a:xfrm>
          <a:prstGeom prst="line">
            <a:avLst/>
          </a:prstGeom>
          <a:noFill/>
          <a:ln w="25400">
            <a:solidFill>
              <a:srgbClr val="7A5C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36576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42232" y="36576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Article: "HTTP"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" y="1600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9050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" y="16002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Category: Internet protocols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9050">
            <a:solidFill>
              <a:srgbClr val="3E8E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4152" y="16002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"Web Engineering" (linked term)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" y="57150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9050">
            <a:solidFill>
              <a:srgbClr val="C078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" y="57150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schema.org: WebPage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57150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9050">
            <a:solidFill>
              <a:srgbClr val="7A5C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74152" y="57150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HTTP/1.0 (superseded)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3246120"/>
            <a:ext cx="274320" cy="1463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3172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3611880"/>
            <a:ext cx="274320" cy="146304"/>
          </a:xfrm>
          <a:prstGeom prst="rect">
            <a:avLst/>
          </a:prstGeom>
          <a:solidFill>
            <a:srgbClr val="3E8E6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0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3977640"/>
            <a:ext cx="274320" cy="146304"/>
          </a:xfrm>
          <a:prstGeom prst="rect">
            <a:avLst/>
          </a:prstGeom>
          <a:solidFill>
            <a:srgbClr val="C078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1040" y="39044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343400"/>
            <a:ext cx="274320" cy="146304"/>
          </a:xfrm>
          <a:prstGeom prst="rect">
            <a:avLst/>
          </a:prstGeom>
          <a:solidFill>
            <a:srgbClr val="7A5C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READING THE 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Color-Coding a Graph Matters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6692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Without Color-Coding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With Color-Coding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connections look equally important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reviewer instantly sees which edges are load-bearing (structural) vs. optional (navigational)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Hard to spot a missing relationship type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node with no semantic edges is immediately visible as under-classified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 metrics (Day 2) mix incompatible edge types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Metrics like degree centrality can be computed per relationship type, giving meaningful results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Redesign risk is hidden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Deleting a structurally-connected node is visibly higher-risk than deleting a navigationally-connected one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Classifying a Recipe Website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7548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Relationship Observed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Classification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"Chocolate Cake" recipe belongs to "Desserts" category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recipe is contained by / part of the category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Recipe page has a "Try this next" link to another recipe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Navigational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clickable path between two independently meaningful pages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Recipe page marked up with schema.org/Recipe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Semantic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Declares its type using a shared, external vocabulary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"Version 2" of the recipe replaces an older version with corrected quantities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Temporal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Defined by a before/after, supersedes relationship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A Redesign That Missed a Relationship Type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— a news site's redesign removed an old article's 'This story has been updated' banner, treating it as just outdated navigational clutter.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actually lost — that banner encoded a temporal relationship (this version supersedes an earlier one) that readers relied on to know whether they were reading the latest facts.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consequence — readers shared and cited an outdated version of a breaking-news story, because the temporal relationship that would have warned them was gone.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fix — the redesign team re-added the relationship, this time explicit in both the structural model (an 'updated_from' field) and the UI, rather than as an easily-removed banner.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lesson — classifying relationships isn't academic: an unclassified or unrecognised temporal relationship became a real correctness and trust problem for actual readers.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 PITFALLS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Relationship Analysis Pitfalls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Pitfall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It's a Problem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Treating every connection as 'navigational'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Hides structural dependencies that matter for data integrity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Ask the 'how to recognise it' question for each of the four types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Skipping semantic relationships entirely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Loses search-engine rich results and machine interoperability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Explicitly check for a relevant schema.org type on every entity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Losing temporal relationships in a redesign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Readers lose the ability to tell what's current vs. outdated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version/supersedes relationships explicitly, not just visually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Drawing a graph with no color-coding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edges look equally important, hiding real structure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Always assign a distinct color per relationship type, as shown today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four-part taxonomy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Structural, Navigational, Semantic, and Temporal relationships.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Recognise each type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diagnostic question for each type to an unfamiliar relationship.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 color-coded graph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which relationship type each edge color represents.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relationships on a new site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Correctly categorise relationships you haven't seen classified before.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classification matters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a real consequence of losing or missing a relationship type.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Relationships between Web content fall into four distinct types: Structural (contains/part-of), Navigational (clickable path), Semantic (shared vocabulary/type), and Temporal (before/after, supersedes).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type answers a different question and is recognised with a different diagnostic — conflating them hides real structure.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color-coded graph lets a reviewer instantly distinguish load-bearing structural edges from optional navigational ones, missing semantic markup, or lost temporal context.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systems suffer real consequences when a relationship type is missed — losing a temporal 'this supersedes that' relationship in a redesign is a common, costly failure pattern.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classification is the direct foundation for Day 2's graph metrics — degree, coupling, and centrality only make sense once edges are correctly typed.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6 · Relationship Analysis Principles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2026-09-03T04:43:26Z</dcterms:created>
  <dcterms:modified xsi:type="dcterms:W3CDTF">2026-09-03T04:43:26Z</dcterms:modified>
</cp:coreProperties>
</file>