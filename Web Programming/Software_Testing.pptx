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Testing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Concepts, Levels, Techniques, and the Testing Life Cycle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Software Testing?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testing is the process of executing a program with the intent of finding errors, and of checking that it meets its specified requirements.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core part of software quality assurance — it does not add quality to a product, but it reveals where quality is missing.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key principle: testing can show the presence of defects, but it can never prove their complete absence.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Good testing is planned and systematic: it uses designed test cases, not just random or ad-hoc use of the software.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Testing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 of defects rises sharply the later they are found — a bug caught in requirements review is far cheaper to fix than one found in production.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builds confidence that the software behaves correctly under both expected and unexpected conditions.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protects against regressions: changes made to fix one part of the system can unintentionally break another.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regulated or safety-critical domains (banking, healthcare, aviation), thorough testing is a legal and ethical requirement, not an option.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Verification vs. Validation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Verification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Question asked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Are we building the product right?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Are we building the right product?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Focus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Process, documents, design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actual working software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Method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Reviews, walkthroughs, inspections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Executing test cases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Throughout development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Mainly after a build is ready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Reviewing a requirements document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Running the application to check behavior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Levels of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Testing — verifies the smallest testable pieces of code (functions, methods, classes) in isolation, usually by developers.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Testing — checks that separately developed units or modules work correctly when combined.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Testing — evaluates the complete, integrated application against its overall requirements.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Acceptance Testing — confirms with the customer or end users that the system meets business needs and is ready for release.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V-Model — Development Meets Testing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2286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" y="2359152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359152"/>
            <a:ext cx="2286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3300984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300984"/>
            <a:ext cx="2286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4242816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4242816"/>
            <a:ext cx="2286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Design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35440" y="141732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0" y="1417320"/>
            <a:ext cx="2286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Acceptance Testing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32520" y="2359152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2359152"/>
            <a:ext cx="2286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Testing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3300984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3300984"/>
            <a:ext cx="2286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26680" y="4242816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4242816"/>
            <a:ext cx="2286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Testing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4379976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1F3B57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4379976"/>
            <a:ext cx="2286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0" y="1760220"/>
            <a:ext cx="630936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429000" y="2702052"/>
            <a:ext cx="53035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931920" y="3643884"/>
            <a:ext cx="429768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development stage on the left has a matching testing stage on the right, at the same level of detail. Test planning for a stage can begin as soon as its development counterpart is defined.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Black-Box vs. White-Box Testing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Black-Box Testing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White-Box Testing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Knowledge needed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knowledge of internal code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 knowledge of internal code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Based 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 &amp; specifications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Code structure &amp; logic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Performed by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Testers, end users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Developers, dedicated testers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Equivalence partitioning, boundary value analysis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Statement, branch, and path coverage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Goal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Does it behave correctly?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 every part of the code exercised?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Test Case Design Techniques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Equivalence Partitioning — divide input data into groups (partitions) expected to behave the same way; test one representative value from each group.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Boundary Value Analysis — focus tests on the edges of input ranges, since defects cluster around boundaries (e.g., minimum, maximum, just above/below limits).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Table Testing — model combinations of conditions and their expected actions, useful for complex business rules.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Transition Testing — model the system as states and transitions, then test valid and invalid transitions between them.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Boundary Value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Suppose an input field accepts an age between 18 and 60 (inclusive):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 Value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Boundary Being Tested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Expected Result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Just below minimum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Rejected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Minimum (valid)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Accepted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Mid-range (typical value)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Accepted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Maximum (valid)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Accepted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Just above maximum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Rejected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5 well-chosen values test this rule thoroughly — far fewer than testing every possible age from 0 to 120.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vs. Non-Functional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Testing — checks what the system does: features, business rules, and user workflows behave as specified.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Testing — checks how well the system does it, covering qualities such as: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Performance Testing — response time and behavior under expected load.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Load &amp; Stress Testing — behavior under heavy or extreme load, up to and beyond capacity.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Security Testing — resistance to unauthorized access, data leaks, and attacks.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Usability Testing — how easily real users can learn and use the system.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vs. Automated Testing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Manual Testing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Automated Testing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Execution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By a human tester, step by step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By scripts / tools, without human input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for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Exploratory, usability, one-off tests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Repetitive tests, regression suites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Speed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Slower, but flexible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Fast once scripts are built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Initial cost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 setup cost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Higher upfront investment in tooling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Long-term cost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Repeats cost the same each time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Cheap to re-run many times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Testing Life Cycle (STLC)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57784" y="237744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2377440"/>
            <a:ext cx="1627632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85416" y="2903220"/>
            <a:ext cx="256032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41448" y="237744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41448" y="2377440"/>
            <a:ext cx="1627632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69080" y="2903220"/>
            <a:ext cx="256032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25112" y="237744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2377440"/>
            <a:ext cx="1627632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52744" y="2903220"/>
            <a:ext cx="256032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08776" y="237744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2377440"/>
            <a:ext cx="1627632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36408" y="2903220"/>
            <a:ext cx="256032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92440" y="237744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2377440"/>
            <a:ext cx="1627632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20072" y="2903220"/>
            <a:ext cx="256032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76104" y="237744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1F3B57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76104" y="2377440"/>
            <a:ext cx="1627632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Cycle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phase produces a concrete artifact — a requirement traceability matrix, a test plan, test cases, a configured test environment, execution results, and a closure report — before the next phase begins.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Defect Life Cycle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16636" y="219456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6636" y="2194560"/>
            <a:ext cx="14173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33956" y="2606040"/>
            <a:ext cx="201168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35124" y="219456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35124" y="2194560"/>
            <a:ext cx="14173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52444" y="2606040"/>
            <a:ext cx="201168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53612" y="219456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53612" y="2194560"/>
            <a:ext cx="14173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70932" y="2606040"/>
            <a:ext cx="201168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72100" y="219456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2100" y="2194560"/>
            <a:ext cx="14173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89420" y="2606040"/>
            <a:ext cx="201168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90588" y="219456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0588" y="2194560"/>
            <a:ext cx="14173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07908" y="2606040"/>
            <a:ext cx="201168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09076" y="219456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9076" y="2194560"/>
            <a:ext cx="14173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26396" y="2606040"/>
            <a:ext cx="201168" cy="0"/>
          </a:xfrm>
          <a:prstGeom prst="line">
            <a:avLst/>
          </a:prstGeom>
          <a:noFill/>
          <a:ln w="25400">
            <a:solidFill>
              <a:srgbClr val="3D5A7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227564" y="219456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1F3B57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27564" y="2194560"/>
            <a:ext cx="14173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57800" y="356616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4E3D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566160"/>
            <a:ext cx="16459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Reopened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3017520"/>
            <a:ext cx="0" cy="548640"/>
          </a:xfrm>
          <a:prstGeom prst="line">
            <a:avLst/>
          </a:prstGeom>
          <a:noFill/>
          <a:ln w="19050">
            <a:solidFill>
              <a:srgbClr val="3D5A73"/>
            </a:solidFill>
            <a:prstDash val="dash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a retest fails, the defect is Reopened and cycles back through Assigned → Open → Fixed again. A defect is only Closed once verification confirms the fix works.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 testing re-runs previously passed test cases after a code change, to confirm existing functionality still works.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triggered by bug fixes, new features, configuration changes, or even environment upgrades.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Because it repeats the same checks over and over, regression testing is one of the strongest candidates for automation.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well-maintained regression suite is what allows teams to change code confidently without breaking things that used to work.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Anatomy of a Good Test Case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Field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 Case ID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TC_LOGIN_001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Verify login with valid username and password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Preconditions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 account already exists and is active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 Steps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1) Open login page  2) Enter valid credentials  3) Click 'Login'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Expected Result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 is redirected to the dashboard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 Result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Filled in during execution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 / Fail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Testing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Coverage — the percentage of requirements, code statements, or branches actually exercised by tests.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Defect Density — number of confirmed defects per unit size of software (e.g., per 1,000 lines of code).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Defect Removal Efficiency — the percentage of defects found before release versus those found after, in production.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 Pass Rate — the proportion of executed test cases that passed, tracked over each test cycle.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Testing Pitfalls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only the 'happy path' and neglecting invalid inputs, edge cases, and error handling.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Writing test cases without clear, traceable expected results, making pass/fail judgment subjective.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Treating testing as a phase that only happens at the end, instead of throughout development.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Letting a regression suite go stale — not updating it as features change, so it stops catching real regressions.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finds defects and checks conformance to requirements; it cannot prove software is defect-free.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Verification asks 'built right?'; validation asks 'built the right thing?'.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levels move from unit to integration to system to acceptance, mirrored by the V-Model.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Black-box testing uses requirements; white-box testing uses code structure; both need well-designed test cases.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STLC and defect life cycle give testing a repeatable, trackable process from planning through closure.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2026-08-02T04:47:21Z</dcterms:created>
  <dcterms:modified xsi:type="dcterms:W3CDTF">2026-08-02T04:47:21Z</dcterms:modified>
</cp:coreProperties>
</file>