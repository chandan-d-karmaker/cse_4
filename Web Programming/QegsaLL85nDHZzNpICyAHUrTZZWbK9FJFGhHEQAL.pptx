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85" r:id="rId4"/>
    <p:sldId id="291" r:id="rId5"/>
    <p:sldId id="286" r:id="rId6"/>
    <p:sldId id="287" r:id="rId7"/>
    <p:sldId id="288" r:id="rId8"/>
    <p:sldId id="289" r:id="rId9"/>
    <p:sldId id="290" r:id="rId10"/>
    <p:sldId id="284" r:id="rId11"/>
    <p:sldId id="258" r:id="rId12"/>
    <p:sldId id="259" r:id="rId13"/>
    <p:sldId id="260" r:id="rId14"/>
    <p:sldId id="261" r:id="rId15"/>
    <p:sldId id="262" r:id="rId16"/>
    <p:sldId id="264" r:id="rId17"/>
    <p:sldId id="263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101600">
              <a:lnSpc>
                <a:spcPct val="100000"/>
              </a:lnSpc>
              <a:spcBef>
                <a:spcPts val="21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54929" y="3117850"/>
            <a:ext cx="1199515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4930">
              <a:lnSpc>
                <a:spcPct val="1435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Pat Morin 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26E845-0BF3-4EC4-8399-A15FF40A1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i="1" dirty="0"/>
              <a:t>jQuery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0292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US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/>
              <a:t>jQuery </a:t>
            </a:r>
            <a:r>
              <a:rPr lang="en-US" dirty="0"/>
              <a:t>is a JavaScript Library.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jQuery is a lightweight, "write less, do more", JavaScript library.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The purpose of jQuery is to make it much easier to use JavaScript on your website.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jQuery takes a lot of common tasks that require many lines of JavaScript code to accomplish and wraps them into methods that you can call with a single line of code.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jQuery also simplifies a lot of the complicated things from JavaScript, like AJAX calls and DOM manipulation.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43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Library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029200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HTML/DOM manipulation </a:t>
            </a:r>
          </a:p>
          <a:p>
            <a:pPr algn="just"/>
            <a:r>
              <a:rPr lang="en-US" dirty="0"/>
              <a:t>CSS manipulation</a:t>
            </a:r>
          </a:p>
          <a:p>
            <a:pPr algn="just"/>
            <a:r>
              <a:rPr lang="en-US" dirty="0"/>
              <a:t>HTML event methods</a:t>
            </a:r>
          </a:p>
          <a:p>
            <a:pPr algn="just"/>
            <a:r>
              <a:rPr lang="en-US" dirty="0"/>
              <a:t>Effects and animations</a:t>
            </a:r>
          </a:p>
          <a:p>
            <a:pPr algn="just"/>
            <a:r>
              <a:rPr lang="en-US" dirty="0"/>
              <a:t>AJAX</a:t>
            </a:r>
          </a:p>
          <a:p>
            <a:pPr algn="just"/>
            <a:r>
              <a:rPr lang="en-US" dirty="0"/>
              <a:t>Utilities</a:t>
            </a:r>
          </a:p>
        </p:txBody>
      </p:sp>
    </p:spTree>
    <p:extLst>
      <p:ext uri="{BB962C8B-B14F-4D97-AF65-F5344CB8AC3E}">
        <p14:creationId xmlns:p14="http://schemas.microsoft.com/office/powerpoint/2010/main" val="399723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Difference between Library and Framework</a:t>
            </a:r>
          </a:p>
        </p:txBody>
      </p:sp>
      <p:pic>
        <p:nvPicPr>
          <p:cNvPr id="5" name="Content Placeholder 4" descr="A screenshot of a library framework&#10;&#10;Description automatically generated">
            <a:extLst>
              <a:ext uri="{FF2B5EF4-FFF2-40B4-BE49-F238E27FC236}">
                <a16:creationId xmlns:a16="http://schemas.microsoft.com/office/drawing/2014/main" id="{7DD6F7CB-5FE3-4446-8200-CF80049C3A5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71" y="979714"/>
            <a:ext cx="8445766" cy="5486400"/>
          </a:xfrm>
        </p:spPr>
      </p:pic>
    </p:spTree>
    <p:extLst>
      <p:ext uri="{BB962C8B-B14F-4D97-AF65-F5344CB8AC3E}">
        <p14:creationId xmlns:p14="http://schemas.microsoft.com/office/powerpoint/2010/main" val="81365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on Your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029200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3200" dirty="0"/>
              <a:t>Download the jQuery library from jQuery.com</a:t>
            </a:r>
          </a:p>
          <a:p>
            <a:pPr algn="just"/>
            <a:r>
              <a:rPr lang="en-US" sz="3200" dirty="0"/>
              <a:t>Include jQuery from a CDN, like Google</a:t>
            </a:r>
          </a:p>
        </p:txBody>
      </p:sp>
    </p:spTree>
    <p:extLst>
      <p:ext uri="{BB962C8B-B14F-4D97-AF65-F5344CB8AC3E}">
        <p14:creationId xmlns:p14="http://schemas.microsoft.com/office/powerpoint/2010/main" val="127452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029200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Basic syntax is: $(selector).action()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 A $ sign to define/access jQuery</a:t>
            </a:r>
          </a:p>
          <a:p>
            <a:pPr algn="just"/>
            <a:r>
              <a:rPr lang="en-US" dirty="0"/>
              <a:t>A (selector) to "query (or find)" HTML elements</a:t>
            </a:r>
          </a:p>
          <a:p>
            <a:pPr algn="just"/>
            <a:r>
              <a:rPr lang="en-US" dirty="0"/>
              <a:t>A jQuery action() to be performed on the element(s) </a:t>
            </a:r>
          </a:p>
        </p:txBody>
      </p:sp>
    </p:spTree>
    <p:extLst>
      <p:ext uri="{BB962C8B-B14F-4D97-AF65-F5344CB8AC3E}">
        <p14:creationId xmlns:p14="http://schemas.microsoft.com/office/powerpoint/2010/main" val="337237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474CF2F-ED5B-43F8-8660-06EF05FD2E7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81039"/>
            <a:ext cx="8229600" cy="4888160"/>
          </a:xfrm>
        </p:spPr>
      </p:pic>
    </p:spTree>
    <p:extLst>
      <p:ext uri="{BB962C8B-B14F-4D97-AF65-F5344CB8AC3E}">
        <p14:creationId xmlns:p14="http://schemas.microsoft.com/office/powerpoint/2010/main" val="407950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Content Placeholder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A5EF7DE-6C3B-4B9D-B9A1-F05584761A1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200"/>
            <a:ext cx="8229600" cy="4937125"/>
          </a:xfrm>
        </p:spPr>
      </p:pic>
    </p:spTree>
    <p:extLst>
      <p:ext uri="{BB962C8B-B14F-4D97-AF65-F5344CB8AC3E}">
        <p14:creationId xmlns:p14="http://schemas.microsoft.com/office/powerpoint/2010/main" val="207814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jQuery Events</a:t>
            </a:r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9AF3FCA-1586-4EF8-8712-45718E47494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3" y="1164771"/>
            <a:ext cx="8414744" cy="4702629"/>
          </a:xfrm>
        </p:spPr>
      </p:pic>
    </p:spTree>
    <p:extLst>
      <p:ext uri="{BB962C8B-B14F-4D97-AF65-F5344CB8AC3E}">
        <p14:creationId xmlns:p14="http://schemas.microsoft.com/office/powerpoint/2010/main" val="170954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jQuery</a:t>
            </a:r>
            <a:r>
              <a:rPr lang="en-US" dirty="0"/>
              <a:t> traversing, which means "move through", are used to "find" (or select) HTML elements based on their relation to other elements. </a:t>
            </a:r>
          </a:p>
          <a:p>
            <a:r>
              <a:rPr lang="en-US" dirty="0"/>
              <a:t>Start with one selection and move through that selection until you reach the elements you desire.</a:t>
            </a:r>
          </a:p>
          <a:p>
            <a:r>
              <a:rPr lang="en-US" dirty="0"/>
              <a:t>The image below illustrates an HTML page as a tree (DOM tree). </a:t>
            </a:r>
          </a:p>
          <a:p>
            <a:r>
              <a:rPr lang="en-US" dirty="0"/>
              <a:t>With </a:t>
            </a:r>
            <a:r>
              <a:rPr lang="en-US" dirty="0" err="1"/>
              <a:t>jQuery</a:t>
            </a:r>
            <a:r>
              <a:rPr lang="en-US" dirty="0"/>
              <a:t> traversing, you can easily move up (ancestors), down (descendants) and sideways (siblings) in the tree, starting from the selected (current) element. </a:t>
            </a:r>
          </a:p>
          <a:p>
            <a:r>
              <a:rPr lang="en-US" dirty="0"/>
              <a:t>This movement is called traversing - or moving through - the DOM tree.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3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tree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824345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602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Traversing - Ancestors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Three useful </a:t>
            </a:r>
            <a:r>
              <a:rPr lang="en-US" dirty="0" err="1"/>
              <a:t>jQuery</a:t>
            </a:r>
            <a:r>
              <a:rPr lang="en-US" dirty="0"/>
              <a:t> methods for traversing up the DOM tree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parent()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parents()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parentsUntil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28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parent() method returns the direct parent element of the selected element.</a:t>
            </a:r>
          </a:p>
          <a:p>
            <a:r>
              <a:rPr lang="en-US" dirty="0"/>
              <a:t>This method only traverse a single level up the DOM tree.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$("span").parent().</a:t>
            </a:r>
            <a:r>
              <a:rPr lang="en-US" b="1" dirty="0" err="1"/>
              <a:t>css</a:t>
            </a:r>
            <a:r>
              <a:rPr lang="en-US" b="1" dirty="0"/>
              <a:t>({"color": "red", "border": "2px solid red"}</a:t>
            </a:r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814" y="3962400"/>
            <a:ext cx="627837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794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parents() method returns all ancestor elements of the selected element, all the way up to the document's root element (&lt;html&gt;).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$("span").parents().</a:t>
            </a:r>
            <a:r>
              <a:rPr lang="en-US" b="1" dirty="0" err="1"/>
              <a:t>css</a:t>
            </a:r>
            <a:r>
              <a:rPr lang="en-US" b="1" dirty="0"/>
              <a:t>({"color": "red", "border": "2px solid red"});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3895725"/>
            <a:ext cx="6543675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85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parentsUntil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parentsUntil</a:t>
            </a:r>
            <a:r>
              <a:rPr lang="en-US" dirty="0"/>
              <a:t>() method returns all ancestor elements between two given arguments.</a:t>
            </a:r>
          </a:p>
          <a:p>
            <a:r>
              <a:rPr lang="en-US" dirty="0"/>
              <a:t>The following example returns all ancestor elements between a &lt;span&gt; and a &lt;div&gt; element: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$("span").</a:t>
            </a:r>
            <a:r>
              <a:rPr lang="en-US" b="1" dirty="0" err="1"/>
              <a:t>parentsUntil</a:t>
            </a:r>
            <a:r>
              <a:rPr lang="en-US" b="1" dirty="0"/>
              <a:t>("div").</a:t>
            </a:r>
            <a:r>
              <a:rPr lang="en-US" b="1" dirty="0" err="1"/>
              <a:t>css</a:t>
            </a:r>
            <a:r>
              <a:rPr lang="en-US" b="1" dirty="0"/>
              <a:t>({"color": "red", "border": "2px solid red"});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267" y="4191000"/>
            <a:ext cx="6239933" cy="280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5484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Traversing - </a:t>
            </a:r>
            <a:r>
              <a:rPr lang="en-US" dirty="0" err="1"/>
              <a:t>Decendants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 </a:t>
            </a:r>
            <a:r>
              <a:rPr lang="en-US" dirty="0" err="1"/>
              <a:t>jQuery</a:t>
            </a:r>
            <a:r>
              <a:rPr lang="en-US" dirty="0"/>
              <a:t> you can traverse down the DOM tree to find descendants of an element.</a:t>
            </a:r>
          </a:p>
          <a:p>
            <a:r>
              <a:rPr lang="en-US" dirty="0"/>
              <a:t>Two useful </a:t>
            </a:r>
            <a:r>
              <a:rPr lang="en-US" dirty="0" err="1"/>
              <a:t>jQuery</a:t>
            </a:r>
            <a:r>
              <a:rPr lang="en-US" dirty="0"/>
              <a:t> methods for traversing down the DOM tree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children()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004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children() method returns all direct children of the selected element.</a:t>
            </a:r>
          </a:p>
          <a:p>
            <a:r>
              <a:rPr lang="en-US" dirty="0"/>
              <a:t>This method only traverses a single level down the DOM tree.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$("div").children().</a:t>
            </a:r>
            <a:r>
              <a:rPr lang="en-US" b="1" dirty="0" err="1"/>
              <a:t>css</a:t>
            </a:r>
            <a:r>
              <a:rPr lang="en-US" b="1" dirty="0"/>
              <a:t>({"color": "red", "border": "2px solid red"});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626279"/>
            <a:ext cx="672756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366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find() method returns descendant elements of the selected element, all the way down to the last descendant.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$("div").find("span").</a:t>
            </a:r>
            <a:r>
              <a:rPr lang="en-US" b="1" dirty="0" err="1"/>
              <a:t>css</a:t>
            </a:r>
            <a:r>
              <a:rPr lang="en-US" b="1" dirty="0"/>
              <a:t>({"color": "red", "border": "2px solid red"});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267200"/>
            <a:ext cx="676875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8938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Traversing - Siblings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</a:t>
            </a:r>
            <a:r>
              <a:rPr lang="en-US" dirty="0" err="1"/>
              <a:t>jQuery</a:t>
            </a:r>
            <a:r>
              <a:rPr lang="en-US" dirty="0"/>
              <a:t> you can traverse sideways in the DOM tree to find siblings of an element.</a:t>
            </a:r>
          </a:p>
          <a:p>
            <a:r>
              <a:rPr lang="en-US" dirty="0"/>
              <a:t>Siblings share the same parent. </a:t>
            </a:r>
          </a:p>
          <a:p>
            <a:r>
              <a:rPr lang="en-US" dirty="0"/>
              <a:t>There are many useful </a:t>
            </a:r>
            <a:r>
              <a:rPr lang="en-US" dirty="0" err="1"/>
              <a:t>jQuery</a:t>
            </a:r>
            <a:r>
              <a:rPr lang="en-US" dirty="0"/>
              <a:t> methods for traversing sideways in the DOM tree.</a:t>
            </a:r>
          </a:p>
          <a:p>
            <a:r>
              <a:rPr lang="en-US" dirty="0"/>
              <a:t>siblings()</a:t>
            </a:r>
          </a:p>
          <a:p>
            <a:r>
              <a:rPr lang="en-US" dirty="0"/>
              <a:t>next()</a:t>
            </a:r>
          </a:p>
          <a:p>
            <a:r>
              <a:rPr lang="en-US" dirty="0" err="1"/>
              <a:t>nextAll</a:t>
            </a:r>
            <a:r>
              <a:rPr lang="en-US" dirty="0"/>
              <a:t>()</a:t>
            </a:r>
          </a:p>
          <a:p>
            <a:r>
              <a:rPr lang="en-US" dirty="0" err="1"/>
              <a:t>nextUntil</a:t>
            </a:r>
            <a:r>
              <a:rPr lang="en-US" dirty="0"/>
              <a:t>()</a:t>
            </a:r>
          </a:p>
          <a:p>
            <a:r>
              <a:rPr lang="en-US" dirty="0" err="1"/>
              <a:t>prev</a:t>
            </a:r>
            <a:r>
              <a:rPr lang="en-US" dirty="0"/>
              <a:t>()</a:t>
            </a:r>
          </a:p>
          <a:p>
            <a:r>
              <a:rPr lang="en-US" dirty="0" err="1"/>
              <a:t>prevAll</a:t>
            </a:r>
            <a:r>
              <a:rPr lang="en-US" dirty="0"/>
              <a:t>()</a:t>
            </a:r>
          </a:p>
          <a:p>
            <a:r>
              <a:rPr lang="en-US" dirty="0" err="1"/>
              <a:t>prevUntil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498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Siblings()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siblings() method returns all sibling elements of the selected element.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$(document).ready(function(){</a:t>
            </a:r>
            <a:br>
              <a:rPr lang="en-US" b="1" dirty="0"/>
            </a:br>
            <a:r>
              <a:rPr lang="en-US" b="1" dirty="0"/>
              <a:t>  $("h2").siblings();</a:t>
            </a:r>
            <a:br>
              <a:rPr lang="en-US" b="1" dirty="0"/>
            </a:b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328055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next() method returns the next sibling element of the selected element.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$(document).ready(function(){</a:t>
            </a:r>
            <a:br>
              <a:rPr lang="en-US" b="1" dirty="0"/>
            </a:br>
            <a:r>
              <a:rPr lang="en-US" b="1" dirty="0"/>
              <a:t>  $("h2").next();</a:t>
            </a:r>
            <a:br>
              <a:rPr lang="en-US" b="1" dirty="0"/>
            </a:b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42350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nextAll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nextAll</a:t>
            </a:r>
            <a:r>
              <a:rPr lang="en-US" dirty="0"/>
              <a:t>() method returns all next sibling elements of the selected element.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$(document).ready(function(){</a:t>
            </a:r>
            <a:br>
              <a:rPr lang="en-US" b="1" dirty="0"/>
            </a:br>
            <a:r>
              <a:rPr lang="en-US" b="1" dirty="0"/>
              <a:t>  $("h2").</a:t>
            </a:r>
            <a:r>
              <a:rPr lang="en-US" b="1" dirty="0" err="1"/>
              <a:t>nextAll</a:t>
            </a:r>
            <a:r>
              <a:rPr lang="en-US" b="1" dirty="0"/>
              <a:t>();</a:t>
            </a:r>
            <a:br>
              <a:rPr lang="en-US" b="1" dirty="0"/>
            </a:b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83267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nextUntil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nextUntil</a:t>
            </a:r>
            <a:r>
              <a:rPr lang="en-US" dirty="0"/>
              <a:t>() method returns all next sibling elements between two given arguments.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$(document).ready(function(){</a:t>
            </a:r>
            <a:br>
              <a:rPr lang="en-US" b="1" dirty="0"/>
            </a:br>
            <a:r>
              <a:rPr lang="en-US" b="1" dirty="0"/>
              <a:t>  $("h2").</a:t>
            </a:r>
            <a:r>
              <a:rPr lang="en-US" b="1" dirty="0" err="1"/>
              <a:t>nextUntil</a:t>
            </a:r>
            <a:r>
              <a:rPr lang="en-US" b="1" dirty="0"/>
              <a:t>("h6");</a:t>
            </a:r>
            <a:br>
              <a:rPr lang="en-US" b="1" dirty="0"/>
            </a:b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64021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jQuery</a:t>
            </a:r>
            <a:r>
              <a:rPr lang="en-US" dirty="0"/>
              <a:t> Traversing-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most basic filtering methods are first(), last() and </a:t>
            </a:r>
            <a:r>
              <a:rPr lang="en-US" dirty="0" err="1"/>
              <a:t>eq</a:t>
            </a:r>
            <a:r>
              <a:rPr lang="en-US" dirty="0"/>
              <a:t>(), which allow you to select a specific element based on its position in a group of elements.</a:t>
            </a:r>
          </a:p>
          <a:p>
            <a:r>
              <a:rPr lang="en-US" dirty="0"/>
              <a:t>Other filtering methods, like filter() and not() allow you to select elements that match, or do not match, a certain criteria.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3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 first() method returns the first element of the specified elements.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$("div").first().</a:t>
            </a:r>
            <a:r>
              <a:rPr lang="en-US" b="1" dirty="0" err="1"/>
              <a:t>css</a:t>
            </a:r>
            <a:r>
              <a:rPr lang="en-US" b="1" dirty="0"/>
              <a:t>("background-color", "yellow");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41058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last() method returns the last element of the specified elements.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$("div").last().</a:t>
            </a:r>
            <a:r>
              <a:rPr lang="en-US" b="1" dirty="0" err="1"/>
              <a:t>css</a:t>
            </a:r>
            <a:r>
              <a:rPr lang="en-US" b="1" dirty="0"/>
              <a:t>("background-color", "yellow");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4735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filter() method lets you specify a criteria. Elements that do not match the criteria are removed from the selection, and those that match will be returned.</a:t>
            </a:r>
          </a:p>
          <a:p>
            <a:r>
              <a:rPr lang="en-US" dirty="0"/>
              <a:t>The following example returns all &lt;p&gt; elements with class name "intro":</a:t>
            </a:r>
          </a:p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$("p").filter(".intro").</a:t>
            </a:r>
            <a:r>
              <a:rPr lang="en-US" b="1" dirty="0" err="1"/>
              <a:t>css</a:t>
            </a:r>
            <a:r>
              <a:rPr lang="en-US" b="1" dirty="0"/>
              <a:t>("background-color", "yellow");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13604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AJAX = Asynchronous JavaScript and XML.</a:t>
            </a:r>
          </a:p>
          <a:p>
            <a:r>
              <a:rPr lang="en-US" dirty="0"/>
              <a:t>In short; AJAX is about loading data in the background and display it on the webpage, without reloading the whole page.</a:t>
            </a:r>
          </a:p>
          <a:p>
            <a:r>
              <a:rPr lang="en-US" dirty="0"/>
              <a:t>Examples of applications using AJAX: Gmail, Google Maps, </a:t>
            </a:r>
            <a:r>
              <a:rPr lang="en-US" dirty="0" err="1"/>
              <a:t>Youtube</a:t>
            </a:r>
            <a:r>
              <a:rPr lang="en-US" dirty="0"/>
              <a:t>, and Facebook tabs.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030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jQuery</a:t>
            </a:r>
            <a:r>
              <a:rPr lang="en-US" dirty="0"/>
              <a:t> load() method is a simple, but powerful AJAX method.</a:t>
            </a:r>
          </a:p>
          <a:p>
            <a:r>
              <a:rPr lang="en-US" dirty="0"/>
              <a:t>The load() method loads data from a server and puts the returned data into the selected element.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$(</a:t>
            </a:r>
            <a:r>
              <a:rPr lang="en-US" i="1" dirty="0"/>
              <a:t>selector</a:t>
            </a:r>
            <a:r>
              <a:rPr lang="en-US" dirty="0"/>
              <a:t>).load(</a:t>
            </a:r>
            <a:r>
              <a:rPr lang="en-US" i="1" dirty="0" err="1"/>
              <a:t>URL,data,callback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86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$("button").click(function(){</a:t>
            </a:r>
          </a:p>
          <a:p>
            <a:pPr marL="0" indent="0">
              <a:buNone/>
            </a:pPr>
            <a:r>
              <a:rPr lang="en-US" b="1" dirty="0"/>
              <a:t>    $("#div1").load("demo_test.txt");</a:t>
            </a:r>
          </a:p>
          <a:p>
            <a:pPr marL="0" indent="0">
              <a:buNone/>
            </a:pPr>
            <a:r>
              <a:rPr lang="en-US" b="1" dirty="0"/>
              <a:t>  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48361"/>
            <a:ext cx="40005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876800"/>
            <a:ext cx="345757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42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get() and post()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commonly used methods for a request-response between a client and server are: GET and POST.</a:t>
            </a:r>
          </a:p>
          <a:p>
            <a:r>
              <a:rPr lang="en-US" b="1" dirty="0"/>
              <a:t>GET</a:t>
            </a:r>
            <a:r>
              <a:rPr lang="en-US" dirty="0"/>
              <a:t> - Requests data from a specified resource</a:t>
            </a:r>
          </a:p>
          <a:p>
            <a:r>
              <a:rPr lang="en-US" b="1" dirty="0"/>
              <a:t>POST</a:t>
            </a:r>
            <a:r>
              <a:rPr lang="en-US" dirty="0"/>
              <a:t> - Submits data to be processed to a specified resource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23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$.get() method requests data from the server with an HTTP GET request.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$.get(</a:t>
            </a:r>
            <a:r>
              <a:rPr lang="en-US" i="1" dirty="0" err="1"/>
              <a:t>URL,callback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52093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$("button").click(function(){</a:t>
            </a:r>
          </a:p>
          <a:p>
            <a:pPr marL="0" indent="0">
              <a:buNone/>
            </a:pPr>
            <a:r>
              <a:rPr lang="en-US" b="1" dirty="0"/>
              <a:t>    $.get("demo_test.asp", function(data, status){</a:t>
            </a:r>
          </a:p>
          <a:p>
            <a:pPr marL="0" indent="0">
              <a:buNone/>
            </a:pPr>
            <a:r>
              <a:rPr lang="en-US" b="1" dirty="0"/>
              <a:t>      alert("Data: " + data + "\</a:t>
            </a:r>
            <a:r>
              <a:rPr lang="en-US" b="1" dirty="0" err="1"/>
              <a:t>nStatus</a:t>
            </a:r>
            <a:r>
              <a:rPr lang="en-US" b="1" dirty="0"/>
              <a:t>: " + status);</a:t>
            </a:r>
          </a:p>
          <a:p>
            <a:pPr marL="0" indent="0">
              <a:buNone/>
            </a:pPr>
            <a:r>
              <a:rPr lang="en-US" b="1" dirty="0"/>
              <a:t>    });</a:t>
            </a:r>
          </a:p>
          <a:p>
            <a:pPr marL="0" indent="0">
              <a:buNone/>
            </a:pPr>
            <a:r>
              <a:rPr lang="en-US" b="1" dirty="0"/>
              <a:t>  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3886200"/>
            <a:ext cx="64865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0200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 $.post() method requests data from the server using an HTTP POST request.</a:t>
            </a:r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$.post(</a:t>
            </a:r>
            <a:r>
              <a:rPr lang="en-US" i="1" dirty="0" err="1"/>
              <a:t>URL,data,callback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5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$(document).ready(function(){</a:t>
            </a:r>
          </a:p>
          <a:p>
            <a:pPr marL="0" indent="0">
              <a:buNone/>
            </a:pPr>
            <a:r>
              <a:rPr lang="en-US" b="1" dirty="0"/>
              <a:t>  $("button").click(function(){</a:t>
            </a:r>
          </a:p>
          <a:p>
            <a:pPr marL="0" indent="0">
              <a:buNone/>
            </a:pPr>
            <a:r>
              <a:rPr lang="en-US" b="1" dirty="0"/>
              <a:t>    $.post("demo_test_post.asp",</a:t>
            </a:r>
          </a:p>
          <a:p>
            <a:pPr marL="0" indent="0">
              <a:buNone/>
            </a:pPr>
            <a:r>
              <a:rPr lang="en-US" b="1" dirty="0"/>
              <a:t>    {</a:t>
            </a:r>
          </a:p>
          <a:p>
            <a:pPr marL="0" indent="0">
              <a:buNone/>
            </a:pPr>
            <a:r>
              <a:rPr lang="en-US" b="1" dirty="0"/>
              <a:t>      name: "Ahmed",</a:t>
            </a:r>
          </a:p>
          <a:p>
            <a:pPr marL="0" indent="0">
              <a:buNone/>
            </a:pPr>
            <a:r>
              <a:rPr lang="en-US" b="1" dirty="0"/>
              <a:t>      city: "Karachi"</a:t>
            </a:r>
          </a:p>
          <a:p>
            <a:pPr marL="0" indent="0">
              <a:buNone/>
            </a:pPr>
            <a:r>
              <a:rPr lang="en-US" b="1" dirty="0"/>
              <a:t>    },</a:t>
            </a:r>
          </a:p>
          <a:p>
            <a:pPr marL="0" indent="0">
              <a:buNone/>
            </a:pPr>
            <a:r>
              <a:rPr lang="en-US" b="1" dirty="0"/>
              <a:t>    function(</a:t>
            </a:r>
            <a:r>
              <a:rPr lang="en-US" b="1" dirty="0" err="1"/>
              <a:t>data,status</a:t>
            </a:r>
            <a:r>
              <a:rPr lang="en-US" b="1" dirty="0"/>
              <a:t>){</a:t>
            </a:r>
          </a:p>
          <a:p>
            <a:pPr marL="0" indent="0">
              <a:buNone/>
            </a:pPr>
            <a:r>
              <a:rPr lang="en-US" b="1" dirty="0"/>
              <a:t>      alert("Data: " + data + "\</a:t>
            </a:r>
            <a:r>
              <a:rPr lang="en-US" b="1" dirty="0" err="1"/>
              <a:t>nStatus</a:t>
            </a:r>
            <a:r>
              <a:rPr lang="en-US" b="1" dirty="0"/>
              <a:t>: " + status);</a:t>
            </a:r>
          </a:p>
          <a:p>
            <a:pPr marL="0" indent="0">
              <a:buNone/>
            </a:pPr>
            <a:r>
              <a:rPr lang="en-US" b="1" dirty="0"/>
              <a:t>    });</a:t>
            </a:r>
          </a:p>
          <a:p>
            <a:pPr marL="0" indent="0">
              <a:buNone/>
            </a:pPr>
            <a:r>
              <a:rPr lang="en-US" b="1" dirty="0"/>
              <a:t>  });</a:t>
            </a:r>
          </a:p>
          <a:p>
            <a:pPr marL="0" indent="0">
              <a:buNone/>
            </a:pPr>
            <a:r>
              <a:rPr lang="en-US" b="1" dirty="0"/>
              <a:t>});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942" y="4950115"/>
            <a:ext cx="5867400" cy="1907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8176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695</TotalTime>
  <Words>1389</Words>
  <Application>Microsoft Office PowerPoint</Application>
  <PresentationFormat>On-screen Show (4:3)</PresentationFormat>
  <Paragraphs>176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Bookman Old Style</vt:lpstr>
      <vt:lpstr>Gill Sans MT</vt:lpstr>
      <vt:lpstr>Wingdings</vt:lpstr>
      <vt:lpstr>Wingdings 3</vt:lpstr>
      <vt:lpstr>Origin</vt:lpstr>
      <vt:lpstr>jQuery</vt:lpstr>
      <vt:lpstr>jQuery</vt:lpstr>
      <vt:lpstr>jQuery Library Features</vt:lpstr>
      <vt:lpstr>Difference between Library and Framework</vt:lpstr>
      <vt:lpstr>jQuery on Your Website</vt:lpstr>
      <vt:lpstr>jQuery Syntax</vt:lpstr>
      <vt:lpstr>Example</vt:lpstr>
      <vt:lpstr>Example</vt:lpstr>
      <vt:lpstr>jQuery Events</vt:lpstr>
      <vt:lpstr>Traversing</vt:lpstr>
      <vt:lpstr>DOM tree</vt:lpstr>
      <vt:lpstr>jQuery Traversing - Ancestors</vt:lpstr>
      <vt:lpstr>Parent()</vt:lpstr>
      <vt:lpstr>Parents()</vt:lpstr>
      <vt:lpstr>parentsUntil()</vt:lpstr>
      <vt:lpstr>jQuery Traversing - Decendants</vt:lpstr>
      <vt:lpstr>Children()</vt:lpstr>
      <vt:lpstr>find()</vt:lpstr>
      <vt:lpstr>jQuery Traversing - Siblings</vt:lpstr>
      <vt:lpstr>Siblings()</vt:lpstr>
      <vt:lpstr>next()</vt:lpstr>
      <vt:lpstr>nextAll()</vt:lpstr>
      <vt:lpstr>nextUntil()</vt:lpstr>
      <vt:lpstr>jQuery Traversing- Filtering</vt:lpstr>
      <vt:lpstr>first()</vt:lpstr>
      <vt:lpstr>last()</vt:lpstr>
      <vt:lpstr>filter()</vt:lpstr>
      <vt:lpstr>AJAX</vt:lpstr>
      <vt:lpstr>load() Method</vt:lpstr>
      <vt:lpstr>Example</vt:lpstr>
      <vt:lpstr>get() and post() method</vt:lpstr>
      <vt:lpstr>get()</vt:lpstr>
      <vt:lpstr>Example</vt:lpstr>
      <vt:lpstr>post()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</dc:title>
  <dc:creator>Pat Morin</dc:creator>
  <cp:lastModifiedBy>Sultan Ahammad</cp:lastModifiedBy>
  <cp:revision>88</cp:revision>
  <dcterms:created xsi:type="dcterms:W3CDTF">2019-10-01T08:11:21Z</dcterms:created>
  <dcterms:modified xsi:type="dcterms:W3CDTF">2023-09-18T03:56:58Z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2007-02-28T00:00:00Z</vt:filetime>
  </property>
  <property fmtid="{D5CDD505-2E9C-101B-9397-08002B2CF9AE}" pid="3" name="Creator">
    <vt:lpwstr>Impress</vt:lpwstr>
  </property>
  <property fmtid="{D5CDD505-2E9C-101B-9397-08002B2CF9AE}" pid="4" name="LastSaved">
    <vt:filetime>2019-10-01T00:00:00Z</vt:filetime>
  </property>
</Properties>
</file>